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7" r:id="rId4"/>
  </p:sldMasterIdLst>
  <p:notesMasterIdLst>
    <p:notesMasterId r:id="rId32"/>
  </p:notesMasterIdLst>
  <p:handoutMasterIdLst>
    <p:handoutMasterId r:id="rId33"/>
  </p:handoutMasterIdLst>
  <p:sldIdLst>
    <p:sldId id="2561" r:id="rId5"/>
    <p:sldId id="2562" r:id="rId6"/>
    <p:sldId id="2563" r:id="rId7"/>
    <p:sldId id="2574" r:id="rId8"/>
    <p:sldId id="2575" r:id="rId9"/>
    <p:sldId id="2576" r:id="rId10"/>
    <p:sldId id="2564" r:id="rId11"/>
    <p:sldId id="2565" r:id="rId12"/>
    <p:sldId id="2577" r:id="rId13"/>
    <p:sldId id="2566" r:id="rId14"/>
    <p:sldId id="2567" r:id="rId15"/>
    <p:sldId id="2568" r:id="rId16"/>
    <p:sldId id="2569" r:id="rId17"/>
    <p:sldId id="2578" r:id="rId18"/>
    <p:sldId id="2579" r:id="rId19"/>
    <p:sldId id="2580" r:id="rId20"/>
    <p:sldId id="2581" r:id="rId21"/>
    <p:sldId id="2582" r:id="rId22"/>
    <p:sldId id="2583" r:id="rId23"/>
    <p:sldId id="2570" r:id="rId24"/>
    <p:sldId id="2585" r:id="rId25"/>
    <p:sldId id="2586" r:id="rId26"/>
    <p:sldId id="2587" r:id="rId27"/>
    <p:sldId id="2584" r:id="rId28"/>
    <p:sldId id="2571" r:id="rId29"/>
    <p:sldId id="2572" r:id="rId30"/>
    <p:sldId id="2573"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ython Decorators: From Basics to Advanced" id="{22DBF1AA-48F7-438B-90D7-CCDF55E59125}">
          <p14:sldIdLst>
            <p14:sldId id="2561"/>
          </p14:sldIdLst>
        </p14:section>
        <p14:section name="Introduction to Python Decorators" id="{61D0D241-4435-450E-B079-3E49322FCB30}">
          <p14:sldIdLst>
            <p14:sldId id="2562"/>
            <p14:sldId id="2563"/>
            <p14:sldId id="2574"/>
            <p14:sldId id="2575"/>
            <p14:sldId id="2576"/>
            <p14:sldId id="2564"/>
            <p14:sldId id="2565"/>
            <p14:sldId id="2577"/>
          </p14:sldIdLst>
        </p14:section>
        <p14:section name="Basic Examples of Decorators" id="{3BD53608-9C25-4660-A00E-5A75976E221D}">
          <p14:sldIdLst>
            <p14:sldId id="2566"/>
            <p14:sldId id="2567"/>
          </p14:sldIdLst>
        </p14:section>
        <p14:section name="Advanced Decorator Concepts" id="{47C55002-4BDC-48B8-8266-D5C95AE3FA78}">
          <p14:sldIdLst>
            <p14:sldId id="2568"/>
            <p14:sldId id="2569"/>
            <p14:sldId id="2578"/>
            <p14:sldId id="2579"/>
            <p14:sldId id="2580"/>
            <p14:sldId id="2581"/>
            <p14:sldId id="2582"/>
            <p14:sldId id="2583"/>
            <p14:sldId id="2570"/>
            <p14:sldId id="2585"/>
            <p14:sldId id="2586"/>
            <p14:sldId id="2587"/>
          </p14:sldIdLst>
        </p14:section>
        <p14:section name="Industry Use Cases" id="{01F3E60E-82C8-4320-AA72-E58791ADC2F5}">
          <p14:sldIdLst>
            <p14:sldId id="2584"/>
            <p14:sldId id="2571"/>
          </p14:sldIdLst>
        </p14:section>
        <p14:section name="Practical Problems and Solutions" id="{E07189C0-22F8-40D2-A8F8-5D4F5D341725}">
          <p14:sldIdLst>
            <p14:sldId id="2572"/>
            <p14:sldId id="257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39A418-C943-DD85-ADF2-615A2809C342}" name="Michaele Watts" initials="mlw" userId="Michaele Watts" providerId="None"/>
  <p188:author id="{010E4221-6F06-64E5-5214-772388C857B5}" name="Elizabeth Feldbruegge (ALLEGIS GROUP HOLDINGS INC)" initials="" userId="S::v-felizabeth@microsoft.com::ba5aea11-28e4-484d-8e49-c15efb1bd2e9" providerId="AD"/>
  <p188:author id="{9941987A-41B7-49AC-EE6E-03F2D0BD95BA}" name="Daria Naidenov" initials="DN" userId="S::danaidenov@microsoft.com::ab38ab5f-bdf0-4774-ae5a-d2782abb2027" providerId="AD"/>
  <p188:author id="{85E8F9B2-02AC-6F6E-F5B6-AF53ED8A8312}" name="Lauren Weldy (ALLEGIS GROUP HOLDINGS INC)" initials="LW" userId="S::v-laweldy@microsoft.com::63f3cce1-6527-43d1-991c-7e8015c8c70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5DDF1A-99CA-41ED-B288-34C19C26538A}" v="27" dt="2025-12-09T09:35:24.054"/>
  </p1510:revLst>
</p1510:revInfo>
</file>

<file path=ppt/tableStyles.xml><?xml version="1.0" encoding="utf-8"?>
<a:tblStyleLst xmlns:a="http://schemas.openxmlformats.org/drawingml/2006/main" def="{C083E6E3-FA7D-4D7B-A595-EF9225AFEA8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97" autoAdjust="0"/>
    <p:restoredTop sz="94469"/>
  </p:normalViewPr>
  <p:slideViewPr>
    <p:cSldViewPr snapToGrid="0">
      <p:cViewPr varScale="1">
        <p:scale>
          <a:sx n="56" d="100"/>
          <a:sy n="56" d="100"/>
        </p:scale>
        <p:origin x="820" y="52"/>
      </p:cViewPr>
      <p:guideLst/>
    </p:cSldViewPr>
  </p:slideViewPr>
  <p:notesTextViewPr>
    <p:cViewPr>
      <p:scale>
        <a:sx n="1" d="1"/>
        <a:sy n="1" d="1"/>
      </p:scale>
      <p:origin x="0" y="0"/>
    </p:cViewPr>
  </p:notesTextViewPr>
  <p:sorterViewPr>
    <p:cViewPr>
      <p:scale>
        <a:sx n="100" d="100"/>
        <a:sy n="100" d="100"/>
      </p:scale>
      <p:origin x="0" y="-23772"/>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8/10/relationships/authors" Target="authors.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3/4/2026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3/4/2026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dirty="0"/>
          </a:p>
        </p:txBody>
      </p:sp>
    </p:spTree>
    <p:extLst>
      <p:ext uri="{BB962C8B-B14F-4D97-AF65-F5344CB8AC3E}">
        <p14:creationId xmlns:p14="http://schemas.microsoft.com/office/powerpoint/2010/main" val="4059138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Understanding Decorators</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32296756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Python decorators are a powerful feature that allows developers to modify or enhance the behavior of functions or methods without changing their actual code. They are essentially functions that take another function as an argument and return a new function with added functionality. This concept promotes code reusability and separation of concerns, making programs cleaner and easier to maintain. Decorators are widely used in scenarios such as logging, authentication, and performance monitoring. For example, instead of adding repetitive logging statements inside multiple functions, a decorator can be applied to handle logging uniformly. This approach simplifies debugging and ensures consistency across the application. Understanding decorators is crucial for writing efficient and scalable Python applications, as they enable developers to implement cross-cutting concerns elegantly. They also form the foundation for many frameworks and libraries, such as Flask and Django, which use decorators extensively for routing and middleware functionalities.</a:t>
            </a:r>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13669808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Core Concepts Behind Decorators</a:t>
            </a: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21559694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To understand decorators, it is essential to grasp two fundamental concepts in Python: functions as first-class citizens and closures. In Python, functions can be passed as arguments, returned from other functions, and assigned to variables, which makes them first-class citizens. This property allows decorators to accept a function and return a modified version of it. Closures, on the other hand, enable inner functions to capture and remember variables from their enclosing scope even after the outer function has finished executing. A decorator typically defines an inner function (often called a wrapper) that adds extra behavior before or after calling the original function. For example, a simple decorator might print messages before and after executing a function, providing hooks for logging or debugging. This mechanism is the basis for creating more advanced decorators that handle arguments, manage state, or even apply multiple layers of functionality through chaining.</a:t>
            </a: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4234638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Simple Decorator Implementation</a:t>
            </a:r>
          </a:p>
        </p:txBody>
      </p:sp>
      <p:sp>
        <p:nvSpPr>
          <p:cNvPr id="4" name="Slide Number Placeholder 3"/>
          <p:cNvSpPr>
            <a:spLocks noGrp="1"/>
          </p:cNvSpPr>
          <p:nvPr>
            <p:ph type="sldNum" sz="quarter" idx="5"/>
          </p:nvPr>
        </p:nvSpPr>
        <p:spPr/>
        <p:txBody>
          <a:bodyPr/>
          <a:lstStyle/>
          <a:p>
            <a:fld id="{BFDD6F49-EBB7-4CCF-97A8-E526BB28BB69}" type="slidenum">
              <a:rPr lang="en-US" smtClean="0"/>
              <a:t>10</a:t>
            </a:fld>
            <a:endParaRPr lang="en-US" dirty="0"/>
          </a:p>
        </p:txBody>
      </p:sp>
    </p:spTree>
    <p:extLst>
      <p:ext uri="{BB962C8B-B14F-4D97-AF65-F5344CB8AC3E}">
        <p14:creationId xmlns:p14="http://schemas.microsoft.com/office/powerpoint/2010/main" val="19569315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basic decorator demonstrates how additional behavior can be injected into a function without altering its core logic. For instance, consider a decorator that prints messages before and after a function call. This decorator defines a wrapper function inside it, which first executes the pre-processing logic, then calls the original function, and finally performs post-processing. Applying this decorator is straightforward using the @decorator syntax above the function definition. This syntactic sugar simplifies readability and makes the code more expressive. Such simple decorators are often used for debugging purposes, where developers need to trace function calls or monitor execution flow. They also serve as a foundation for understanding more complex decorators, as the same principles apply when adding arguments or chaining multiple decorators together. Practicing with basic examples helps solidify the concept and prepares developers for advanced use cases.</a:t>
            </a:r>
          </a:p>
        </p:txBody>
      </p:sp>
      <p:sp>
        <p:nvSpPr>
          <p:cNvPr id="4" name="Slide Number Placeholder 3"/>
          <p:cNvSpPr>
            <a:spLocks noGrp="1"/>
          </p:cNvSpPr>
          <p:nvPr>
            <p:ph type="sldNum" sz="quarter" idx="5"/>
          </p:nvPr>
        </p:nvSpPr>
        <p:spPr/>
        <p:txBody>
          <a:bodyPr/>
          <a:lstStyle/>
          <a:p>
            <a:fld id="{BFDD6F49-EBB7-4CCF-97A8-E526BB28BB69}" type="slidenum">
              <a:rPr lang="en-US" smtClean="0"/>
              <a:t>11</a:t>
            </a:fld>
            <a:endParaRPr lang="en-US" dirty="0"/>
          </a:p>
        </p:txBody>
      </p:sp>
    </p:spTree>
    <p:extLst>
      <p:ext uri="{BB962C8B-B14F-4D97-AF65-F5344CB8AC3E}">
        <p14:creationId xmlns:p14="http://schemas.microsoft.com/office/powerpoint/2010/main" val="654126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Decorators with Arguments and Chaining</a:t>
            </a:r>
          </a:p>
        </p:txBody>
      </p:sp>
      <p:sp>
        <p:nvSpPr>
          <p:cNvPr id="4" name="Slide Number Placeholder 3"/>
          <p:cNvSpPr>
            <a:spLocks noGrp="1"/>
          </p:cNvSpPr>
          <p:nvPr>
            <p:ph type="sldNum" sz="quarter" idx="5"/>
          </p:nvPr>
        </p:nvSpPr>
        <p:spPr/>
        <p:txBody>
          <a:bodyPr/>
          <a:lstStyle/>
          <a:p>
            <a:fld id="{BFDD6F49-EBB7-4CCF-97A8-E526BB28BB69}" type="slidenum">
              <a:rPr lang="en-US" smtClean="0"/>
              <a:t>12</a:t>
            </a:fld>
            <a:endParaRPr lang="en-US" dirty="0"/>
          </a:p>
        </p:txBody>
      </p:sp>
    </p:spTree>
    <p:extLst>
      <p:ext uri="{BB962C8B-B14F-4D97-AF65-F5344CB8AC3E}">
        <p14:creationId xmlns:p14="http://schemas.microsoft.com/office/powerpoint/2010/main" val="30083172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Advanced decorators extend the basic concept by accepting arguments, enabling dynamic behavior based on input parameters. For example, a decorator might accept an integer argument to repeat the execution of a function multiple times. This requires an additional layer of function nesting: the outer function receives the argument, returns the actual decorator, which then returns the wrapper. Class-based decorators are another advanced concept, where a class implements the __call__ method to behave like a function. This approach is useful when maintaining state across multiple function calls, such as counting executions or caching results. Chaining decorators is also common, where multiple decorators are applied to a single function, each adding its own layer of functionality. For instance, one decorator might handle authentication, while another logs execution time. Understanding these advanced patterns is essential for building robust and flexible Python applications.</a:t>
            </a:r>
          </a:p>
        </p:txBody>
      </p:sp>
      <p:sp>
        <p:nvSpPr>
          <p:cNvPr id="4" name="Slide Number Placeholder 3"/>
          <p:cNvSpPr>
            <a:spLocks noGrp="1"/>
          </p:cNvSpPr>
          <p:nvPr>
            <p:ph type="sldNum" sz="quarter" idx="5"/>
          </p:nvPr>
        </p:nvSpPr>
        <p:spPr/>
        <p:txBody>
          <a:bodyPr/>
          <a:lstStyle/>
          <a:p>
            <a:fld id="{BFDD6F49-EBB7-4CCF-97A8-E526BB28BB69}" type="slidenum">
              <a:rPr lang="en-US" smtClean="0"/>
              <a:t>13</a:t>
            </a:fld>
            <a:endParaRPr lang="en-US" dirty="0"/>
          </a:p>
        </p:txBody>
      </p:sp>
    </p:spTree>
    <p:extLst>
      <p:ext uri="{BB962C8B-B14F-4D97-AF65-F5344CB8AC3E}">
        <p14:creationId xmlns:p14="http://schemas.microsoft.com/office/powerpoint/2010/main" val="18352527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2C2C3-84C6-6DDF-9D5B-13E710FA6C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E39831-4126-3E1A-0163-7A0E0EC1A7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15F614-2BEF-9E1F-2BCD-5A5B10833CB2}"/>
              </a:ext>
            </a:extLst>
          </p:cNvPr>
          <p:cNvSpPr>
            <a:spLocks noGrp="1"/>
          </p:cNvSpPr>
          <p:nvPr>
            <p:ph type="body" idx="1"/>
          </p:nvPr>
        </p:nvSpPr>
        <p:spPr/>
        <p:txBody>
          <a:bodyPr/>
          <a:lstStyle/>
          <a:p>
            <a:r>
              <a:rPr lang="en-US"/>
              <a:t>Decorators with Arguments and Chaining</a:t>
            </a:r>
          </a:p>
        </p:txBody>
      </p:sp>
      <p:sp>
        <p:nvSpPr>
          <p:cNvPr id="4" name="Slide Number Placeholder 3">
            <a:extLst>
              <a:ext uri="{FF2B5EF4-FFF2-40B4-BE49-F238E27FC236}">
                <a16:creationId xmlns:a16="http://schemas.microsoft.com/office/drawing/2014/main" id="{008C8569-CF93-6B73-AE8E-64EF63145B04}"/>
              </a:ext>
            </a:extLst>
          </p:cNvPr>
          <p:cNvSpPr>
            <a:spLocks noGrp="1"/>
          </p:cNvSpPr>
          <p:nvPr>
            <p:ph type="sldNum" sz="quarter" idx="5"/>
          </p:nvPr>
        </p:nvSpPr>
        <p:spPr/>
        <p:txBody>
          <a:bodyPr/>
          <a:lstStyle/>
          <a:p>
            <a:fld id="{BFDD6F49-EBB7-4CCF-97A8-E526BB28BB69}" type="slidenum">
              <a:rPr lang="en-US" smtClean="0"/>
              <a:t>14</a:t>
            </a:fld>
            <a:endParaRPr lang="en-US" dirty="0"/>
          </a:p>
        </p:txBody>
      </p:sp>
    </p:spTree>
    <p:extLst>
      <p:ext uri="{BB962C8B-B14F-4D97-AF65-F5344CB8AC3E}">
        <p14:creationId xmlns:p14="http://schemas.microsoft.com/office/powerpoint/2010/main" val="22700331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1BBC0-11C5-0B18-72FC-259BAEBF16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E94390-C3BF-64D4-DEC2-28AFD38E42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C0307F-7AD6-7D8D-33E5-8D41714E20C8}"/>
              </a:ext>
            </a:extLst>
          </p:cNvPr>
          <p:cNvSpPr>
            <a:spLocks noGrp="1"/>
          </p:cNvSpPr>
          <p:nvPr>
            <p:ph type="body" idx="1"/>
          </p:nvPr>
        </p:nvSpPr>
        <p:spPr/>
        <p:txBody>
          <a:bodyPr/>
          <a:lstStyle/>
          <a:p>
            <a:r>
              <a:rPr lang="en-US"/>
              <a:t>Decorators with Arguments and Chaining</a:t>
            </a:r>
          </a:p>
        </p:txBody>
      </p:sp>
      <p:sp>
        <p:nvSpPr>
          <p:cNvPr id="4" name="Slide Number Placeholder 3">
            <a:extLst>
              <a:ext uri="{FF2B5EF4-FFF2-40B4-BE49-F238E27FC236}">
                <a16:creationId xmlns:a16="http://schemas.microsoft.com/office/drawing/2014/main" id="{8354871C-44E1-294B-6887-E9EAECF809D2}"/>
              </a:ext>
            </a:extLst>
          </p:cNvPr>
          <p:cNvSpPr>
            <a:spLocks noGrp="1"/>
          </p:cNvSpPr>
          <p:nvPr>
            <p:ph type="sldNum" sz="quarter" idx="5"/>
          </p:nvPr>
        </p:nvSpPr>
        <p:spPr/>
        <p:txBody>
          <a:bodyPr/>
          <a:lstStyle/>
          <a:p>
            <a:fld id="{BFDD6F49-EBB7-4CCF-97A8-E526BB28BB69}" type="slidenum">
              <a:rPr lang="en-US" smtClean="0"/>
              <a:t>17</a:t>
            </a:fld>
            <a:endParaRPr lang="en-US" dirty="0"/>
          </a:p>
        </p:txBody>
      </p:sp>
    </p:spTree>
    <p:extLst>
      <p:ext uri="{BB962C8B-B14F-4D97-AF65-F5344CB8AC3E}">
        <p14:creationId xmlns:p14="http://schemas.microsoft.com/office/powerpoint/2010/main" val="13011574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Practical Applications in Real Projects</a:t>
            </a:r>
          </a:p>
        </p:txBody>
      </p:sp>
      <p:sp>
        <p:nvSpPr>
          <p:cNvPr id="4" name="Slide Number Placeholder 3"/>
          <p:cNvSpPr>
            <a:spLocks noGrp="1"/>
          </p:cNvSpPr>
          <p:nvPr>
            <p:ph type="sldNum" sz="quarter" idx="5"/>
          </p:nvPr>
        </p:nvSpPr>
        <p:spPr/>
        <p:txBody>
          <a:bodyPr/>
          <a:lstStyle/>
          <a:p>
            <a:fld id="{BFDD6F49-EBB7-4CCF-97A8-E526BB28BB69}" type="slidenum">
              <a:rPr lang="en-US" smtClean="0"/>
              <a:t>20</a:t>
            </a:fld>
            <a:endParaRPr lang="en-US" dirty="0"/>
          </a:p>
        </p:txBody>
      </p:sp>
    </p:spTree>
    <p:extLst>
      <p:ext uri="{BB962C8B-B14F-4D97-AF65-F5344CB8AC3E}">
        <p14:creationId xmlns:p14="http://schemas.microsoft.com/office/powerpoint/2010/main" val="12515435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5BB8D-39BA-49CC-1A7B-F39655C8C9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26DDFF-7C74-99FC-3A6D-58D8AB7EE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567803-1514-03FC-D7DE-33BACDA3D398}"/>
              </a:ext>
            </a:extLst>
          </p:cNvPr>
          <p:cNvSpPr>
            <a:spLocks noGrp="1"/>
          </p:cNvSpPr>
          <p:nvPr>
            <p:ph type="body" idx="1"/>
          </p:nvPr>
        </p:nvSpPr>
        <p:spPr/>
        <p:txBody>
          <a:bodyPr/>
          <a:lstStyle/>
          <a:p>
            <a:r>
              <a:rPr lang="en-US"/>
              <a:t>Practical Applications in Real Projects</a:t>
            </a:r>
          </a:p>
        </p:txBody>
      </p:sp>
      <p:sp>
        <p:nvSpPr>
          <p:cNvPr id="4" name="Slide Number Placeholder 3">
            <a:extLst>
              <a:ext uri="{FF2B5EF4-FFF2-40B4-BE49-F238E27FC236}">
                <a16:creationId xmlns:a16="http://schemas.microsoft.com/office/drawing/2014/main" id="{5F600DF0-F475-640C-D697-EDDF4FAF6F36}"/>
              </a:ext>
            </a:extLst>
          </p:cNvPr>
          <p:cNvSpPr>
            <a:spLocks noGrp="1"/>
          </p:cNvSpPr>
          <p:nvPr>
            <p:ph type="sldNum" sz="quarter" idx="5"/>
          </p:nvPr>
        </p:nvSpPr>
        <p:spPr/>
        <p:txBody>
          <a:bodyPr/>
          <a:lstStyle/>
          <a:p>
            <a:fld id="{BFDD6F49-EBB7-4CCF-97A8-E526BB28BB69}" type="slidenum">
              <a:rPr lang="en-US" smtClean="0"/>
              <a:t>24</a:t>
            </a:fld>
            <a:endParaRPr lang="en-US" dirty="0"/>
          </a:p>
        </p:txBody>
      </p:sp>
    </p:spTree>
    <p:extLst>
      <p:ext uri="{BB962C8B-B14F-4D97-AF65-F5344CB8AC3E}">
        <p14:creationId xmlns:p14="http://schemas.microsoft.com/office/powerpoint/2010/main" val="10529282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Decorators are widely used in industry to implement cross-cutting concerns efficiently. One common use case is logging, where decorators automatically log function calls, arguments, and execution time without cluttering the core logic. Authentication and authorization are another critical application, especially in web frameworks like Flask and Django, where decorators validate user permissions before executing sensitive operations. Caching is also a popular use case, where decorators store results of expensive computations to improve performance. For example, a machine learning model might use a caching decorator to avoid recomputing predictions for the same input. Decorators also play a vital role in API development, where they manage rate limiting, input validation, and error handling. These examples highlight how decorators simplify complex tasks and enhance maintainability, making them indispensable in modern software development.</a:t>
            </a:r>
          </a:p>
        </p:txBody>
      </p:sp>
      <p:sp>
        <p:nvSpPr>
          <p:cNvPr id="4" name="Slide Number Placeholder 3"/>
          <p:cNvSpPr>
            <a:spLocks noGrp="1"/>
          </p:cNvSpPr>
          <p:nvPr>
            <p:ph type="sldNum" sz="quarter" idx="5"/>
          </p:nvPr>
        </p:nvSpPr>
        <p:spPr/>
        <p:txBody>
          <a:bodyPr/>
          <a:lstStyle/>
          <a:p>
            <a:fld id="{BFDD6F49-EBB7-4CCF-97A8-E526BB28BB69}" type="slidenum">
              <a:rPr lang="en-US" smtClean="0"/>
              <a:t>25</a:t>
            </a:fld>
            <a:endParaRPr lang="en-US" dirty="0"/>
          </a:p>
        </p:txBody>
      </p:sp>
    </p:spTree>
    <p:extLst>
      <p:ext uri="{BB962C8B-B14F-4D97-AF65-F5344CB8AC3E}">
        <p14:creationId xmlns:p14="http://schemas.microsoft.com/office/powerpoint/2010/main" val="34189728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Common Challenges and Implementations</a:t>
            </a:r>
          </a:p>
        </p:txBody>
      </p:sp>
      <p:sp>
        <p:nvSpPr>
          <p:cNvPr id="4" name="Slide Number Placeholder 3"/>
          <p:cNvSpPr>
            <a:spLocks noGrp="1"/>
          </p:cNvSpPr>
          <p:nvPr>
            <p:ph type="sldNum" sz="quarter" idx="5"/>
          </p:nvPr>
        </p:nvSpPr>
        <p:spPr/>
        <p:txBody>
          <a:bodyPr/>
          <a:lstStyle/>
          <a:p>
            <a:fld id="{BFDD6F49-EBB7-4CCF-97A8-E526BB28BB69}" type="slidenum">
              <a:rPr lang="en-US" smtClean="0"/>
              <a:t>26</a:t>
            </a:fld>
            <a:endParaRPr lang="en-US" dirty="0"/>
          </a:p>
        </p:txBody>
      </p:sp>
    </p:spTree>
    <p:extLst>
      <p:ext uri="{BB962C8B-B14F-4D97-AF65-F5344CB8AC3E}">
        <p14:creationId xmlns:p14="http://schemas.microsoft.com/office/powerpoint/2010/main" val="21639954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 real-world scenarios, developers often face challenges that decorators can solve elegantly. For instance, measuring the execution time of functions is a frequent requirement in performance optimization. A timer decorator can wrap the target function, record the start and end times, and print or log the duration. Another common problem is enforcing authentication checks before executing sensitive operations. A decorator can validate user credentials and permissions, raising exceptions if the user is unauthorized. Similarly, decorators can handle retries for functions that interact with unreliable external services, improving resilience. These practical implementations demonstrate the versatility of decorators in addressing recurring problems without duplicating code. By centralizing such logic in decorators, developers achieve cleaner, more maintainable, and scalable applications.</a:t>
            </a:r>
          </a:p>
        </p:txBody>
      </p:sp>
      <p:sp>
        <p:nvSpPr>
          <p:cNvPr id="4" name="Slide Number Placeholder 3"/>
          <p:cNvSpPr>
            <a:spLocks noGrp="1"/>
          </p:cNvSpPr>
          <p:nvPr>
            <p:ph type="sldNum" sz="quarter" idx="5"/>
          </p:nvPr>
        </p:nvSpPr>
        <p:spPr/>
        <p:txBody>
          <a:bodyPr/>
          <a:lstStyle/>
          <a:p>
            <a:fld id="{BFDD6F49-EBB7-4CCF-97A8-E526BB28BB69}" type="slidenum">
              <a:rPr lang="en-US" smtClean="0"/>
              <a:t>27</a:t>
            </a:fld>
            <a:endParaRPr lang="en-US" dirty="0"/>
          </a:p>
        </p:txBody>
      </p:sp>
    </p:spTree>
    <p:extLst>
      <p:ext uri="{BB962C8B-B14F-4D97-AF65-F5344CB8AC3E}">
        <p14:creationId xmlns:p14="http://schemas.microsoft.com/office/powerpoint/2010/main" val="8216614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microsoft.com/office/2007/relationships/hdphoto" Target="../media/hdphoto12.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microsoft.com/office/2007/relationships/hdphoto" Target="../media/hdphoto1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microsoft.com/office/2007/relationships/hdphoto" Target="../media/hdphoto15.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microsoft.com/office/2007/relationships/hdphoto" Target="../media/hdphoto16.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microsoft.com/office/2007/relationships/hdphoto" Target="../media/hdphoto17.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microsoft.com/office/2007/relationships/hdphoto" Target="../media/hdphoto1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855720" y="1605915"/>
            <a:ext cx="4480560" cy="2468880"/>
          </a:xfrm>
        </p:spPr>
        <p:txBody>
          <a:bodyPr anchor="b" anchorCtr="0">
            <a:normAutofit/>
          </a:bodyPr>
          <a:lstStyle>
            <a:lvl1pPr algn="ctr">
              <a:lnSpc>
                <a:spcPct val="100000"/>
              </a:lnSpc>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21480" y="4245427"/>
            <a:ext cx="3749040" cy="1463040"/>
          </a:xfrm>
        </p:spPr>
        <p:txBody>
          <a:bodyPr anchor="t" anchorCtr="0">
            <a:normAutofit/>
          </a:bodyPr>
          <a:lstStyle>
            <a:lvl1pPr marL="0" indent="0" algn="ctr">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Oval 3">
            <a:extLst>
              <a:ext uri="{FF2B5EF4-FFF2-40B4-BE49-F238E27FC236}">
                <a16:creationId xmlns:a16="http://schemas.microsoft.com/office/drawing/2014/main" id="{185E30E4-6ABC-717D-EDA7-C6A92FCDB0F6}"/>
              </a:ext>
            </a:extLst>
          </p:cNvPr>
          <p:cNvSpPr>
            <a:spLocks noChangeAspect="1"/>
          </p:cNvSpPr>
          <p:nvPr userDrawn="1"/>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A06B797E-AAB7-2FA3-8ADB-E0218F350D22}"/>
              </a:ext>
            </a:extLst>
          </p:cNvPr>
          <p:cNvCxnSpPr>
            <a:cxnSpLocks/>
          </p:cNvCxnSpPr>
          <p:nvPr/>
        </p:nvCxnSpPr>
        <p:spPr>
          <a:xfrm flipV="1">
            <a:off x="6096000" y="0"/>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E586E34-FF91-68B8-CAEC-F84AD2DEEDB2}"/>
              </a:ext>
            </a:extLst>
          </p:cNvPr>
          <p:cNvCxnSpPr>
            <a:cxnSpLocks/>
          </p:cNvCxnSpPr>
          <p:nvPr userDrawn="1"/>
        </p:nvCxnSpPr>
        <p:spPr>
          <a:xfrm flipV="1">
            <a:off x="6096000" y="6455664"/>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CE8CCB10-9F99-49CE-839A-D1D1C8B51CC8}"/>
              </a:ext>
            </a:extLst>
          </p:cNvPr>
          <p:cNvGrpSpPr/>
          <p:nvPr userDrawn="1"/>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B72BBAB3-D3B1-A927-AFB7-E23615F2CD5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A581A57-E7BF-DC2D-2E40-FD3FB95BA77E}"/>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8602E52-B25B-C787-B432-FAE138B19417}"/>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213978C-81F6-A536-CE48-A5BCDCD8424B}"/>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331046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bg>
      <p:bgPr>
        <a:solidFill>
          <a:schemeClr val="accent3"/>
        </a:solid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170C3BF-B703-4A66-2FFE-1FD2365D0D35}"/>
              </a:ext>
            </a:extLst>
          </p:cNvPr>
          <p:cNvSpPr>
            <a:spLocks noGrp="1"/>
          </p:cNvSpPr>
          <p:nvPr>
            <p:ph type="title"/>
          </p:nvPr>
        </p:nvSpPr>
        <p:spPr>
          <a:xfrm>
            <a:off x="1066800" y="640080"/>
            <a:ext cx="10058400" cy="777239"/>
          </a:xfrm>
        </p:spPr>
        <p:txBody>
          <a:bodyPr anchor="t"/>
          <a:lstStyle/>
          <a:p>
            <a:r>
              <a:rPr lang="en-US"/>
              <a:t>Click to edit Master title style</a:t>
            </a:r>
          </a:p>
        </p:txBody>
      </p:sp>
      <p:sp>
        <p:nvSpPr>
          <p:cNvPr id="16" name="Content Placeholder 15">
            <a:extLst>
              <a:ext uri="{FF2B5EF4-FFF2-40B4-BE49-F238E27FC236}">
                <a16:creationId xmlns:a16="http://schemas.microsoft.com/office/drawing/2014/main" id="{01884465-7638-4041-56EF-684A60E846D0}"/>
              </a:ext>
            </a:extLst>
          </p:cNvPr>
          <p:cNvSpPr>
            <a:spLocks noGrp="1"/>
          </p:cNvSpPr>
          <p:nvPr>
            <p:ph sz="quarter" idx="13"/>
          </p:nvPr>
        </p:nvSpPr>
        <p:spPr>
          <a:xfrm>
            <a:off x="1069848" y="1463040"/>
            <a:ext cx="10052050" cy="4754563"/>
          </a:xfrm>
        </p:spPr>
        <p:txBody>
          <a:bodyP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C26F9D9E-FBB2-49D2-98A3-375E6DBB1458}" type="datetime1">
              <a:rPr lang="en-US" smtClean="0"/>
              <a:t>3/4/2026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7" name="Group 6">
            <a:extLst>
              <a:ext uri="{FF2B5EF4-FFF2-40B4-BE49-F238E27FC236}">
                <a16:creationId xmlns:a16="http://schemas.microsoft.com/office/drawing/2014/main" id="{E5E13058-C9D5-FD2D-4E13-939A67007638}"/>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F2AF45BD-F4F0-4F29-C005-BA3BC8AF0A65}"/>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B8559CA-B25F-A779-165D-000F511BD53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076E1BB-25B4-D52E-01F1-44C64375D6F6}"/>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9C388FC-A0B6-481D-BEB4-876D3CFC3F7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495051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accent3"/>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FE20B57-74C2-7AD8-6E07-D29EE6A60AB9}"/>
              </a:ext>
            </a:extLst>
          </p:cNvPr>
          <p:cNvSpPr>
            <a:spLocks noGrp="1"/>
          </p:cNvSpPr>
          <p:nvPr>
            <p:ph type="title"/>
          </p:nvPr>
        </p:nvSpPr>
        <p:spPr>
          <a:xfrm>
            <a:off x="1200912" y="4597404"/>
            <a:ext cx="9784077" cy="980435"/>
          </a:xfrm>
        </p:spPr>
        <p:txBody>
          <a:bodyPr anchor="b">
            <a:noAutofit/>
          </a:bodyPr>
          <a:lstStyle>
            <a:lvl1pPr>
              <a:defRPr sz="4800"/>
            </a:lvl1pPr>
          </a:lstStyle>
          <a:p>
            <a:r>
              <a:rPr lang="en-US" dirty="0"/>
              <a:t>Click to edit Master title style</a:t>
            </a:r>
          </a:p>
        </p:txBody>
      </p:sp>
      <p:sp>
        <p:nvSpPr>
          <p:cNvPr id="13" name="Text Placeholder 12">
            <a:extLst>
              <a:ext uri="{FF2B5EF4-FFF2-40B4-BE49-F238E27FC236}">
                <a16:creationId xmlns:a16="http://schemas.microsoft.com/office/drawing/2014/main" id="{B28025AC-332D-ADB0-3E96-03E4761BBC89}"/>
              </a:ext>
            </a:extLst>
          </p:cNvPr>
          <p:cNvSpPr>
            <a:spLocks noGrp="1"/>
          </p:cNvSpPr>
          <p:nvPr>
            <p:ph type="body" sz="quarter" idx="17"/>
          </p:nvPr>
        </p:nvSpPr>
        <p:spPr>
          <a:xfrm>
            <a:off x="1207008" y="5668963"/>
            <a:ext cx="9784842" cy="639762"/>
          </a:xfrm>
        </p:spPr>
        <p:txBody>
          <a:bodyPr>
            <a:normAutofit/>
          </a:bodyPr>
          <a:lstStyle>
            <a:lvl1pPr marL="0" indent="0">
              <a:buNone/>
              <a:defRPr sz="2000"/>
            </a:lvl1pPr>
          </a:lstStyle>
          <a:p>
            <a:pPr lvl="0"/>
            <a:r>
              <a:rPr lang="en-US" dirty="0"/>
              <a:t>Click to edit Master text styles</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808258" y="404999"/>
            <a:ext cx="10575485" cy="3836802"/>
          </a:xfrm>
          <a:blipFill dpi="0" rotWithShape="1">
            <a:blip r:embed="rId2">
              <a:alphaModFix amt="25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1" b="-667"/>
            </a:stretch>
          </a:blipFill>
        </p:spPr>
        <p:txBody>
          <a:bodyPr/>
          <a:lstStyle>
            <a:lvl1pPr marL="0" indent="0">
              <a:buNone/>
              <a:defRPr/>
            </a:lvl1pPr>
          </a:lstStyle>
          <a:p>
            <a:r>
              <a:rPr lang="en-US" dirty="0"/>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rot="5400000">
            <a:off x="10040831" y="4203335"/>
            <a:ext cx="3494314" cy="365125"/>
          </a:xfrm>
        </p:spPr>
        <p:txBody>
          <a:bodyPr/>
          <a:lstStyle>
            <a:lvl1pPr>
              <a:defRPr>
                <a:solidFill>
                  <a:schemeClr val="tx1"/>
                </a:solidFill>
              </a:defRPr>
            </a:lvl1pPr>
          </a:lstStyle>
          <a:p>
            <a:fld id="{3D5058B3-EEF2-4DD0-8865-E06070870E6E}" type="datetime1">
              <a:rPr lang="en-US" smtClean="0"/>
              <a:t>3/4/2026</a:t>
            </a:fld>
            <a:endParaRPr lang="en-US" dirty="0"/>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4" name="Straight Connector 3">
            <a:extLst>
              <a:ext uri="{FF2B5EF4-FFF2-40B4-BE49-F238E27FC236}">
                <a16:creationId xmlns:a16="http://schemas.microsoft.com/office/drawing/2014/main" id="{F5904286-3DEB-9849-219D-A085C0024794}"/>
              </a:ext>
            </a:extLst>
          </p:cNvPr>
          <p:cNvCxnSpPr>
            <a:cxnSpLocks/>
          </p:cNvCxnSpPr>
          <p:nvPr/>
        </p:nvCxnSpPr>
        <p:spPr>
          <a:xfrm>
            <a:off x="803185" y="4267354"/>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9FCF7D0C-5069-E36A-74BE-09B74A8BDF58}"/>
              </a:ext>
            </a:extLst>
          </p:cNvPr>
          <p:cNvGrpSpPr/>
          <p:nvPr/>
        </p:nvGrpSpPr>
        <p:grpSpPr>
          <a:xfrm>
            <a:off x="803185" y="0"/>
            <a:ext cx="10585629" cy="6858000"/>
            <a:chOff x="803185" y="0"/>
            <a:chExt cx="10585629" cy="6858000"/>
          </a:xfrm>
        </p:grpSpPr>
        <p:cxnSp>
          <p:nvCxnSpPr>
            <p:cNvPr id="15" name="Straight Connector 14">
              <a:extLst>
                <a:ext uri="{FF2B5EF4-FFF2-40B4-BE49-F238E27FC236}">
                  <a16:creationId xmlns:a16="http://schemas.microsoft.com/office/drawing/2014/main" id="{23A121A0-9E65-3E8B-DBB2-52D98873A8C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2B9F357-72AD-336C-0877-A0314E65294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373381C-AC31-FE63-FC5F-EFE48EAFF6B6}"/>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3AEBC41-77CA-7255-DEC2-73C82A6D4ED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0055365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accent3"/>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08D1A68-0FAC-B397-3F43-E7E6DB16F9D9}"/>
              </a:ext>
            </a:extLst>
          </p:cNvPr>
          <p:cNvSpPr>
            <a:spLocks noGrp="1"/>
          </p:cNvSpPr>
          <p:nvPr>
            <p:ph type="title"/>
          </p:nvPr>
        </p:nvSpPr>
        <p:spPr>
          <a:xfrm>
            <a:off x="6395598" y="1126010"/>
            <a:ext cx="4668639" cy="3478778"/>
          </a:xfrm>
        </p:spPr>
        <p:txBody>
          <a:bodyPr anchor="b">
            <a:normAutofit/>
          </a:bodyPr>
          <a:lstStyle>
            <a:lvl1pPr>
              <a:defRPr sz="4800"/>
            </a:lvl1pPr>
          </a:lstStyle>
          <a:p>
            <a:r>
              <a:rPr lang="en-US"/>
              <a:t>Click to edit Master title style</a:t>
            </a:r>
          </a:p>
        </p:txBody>
      </p:sp>
      <p:sp>
        <p:nvSpPr>
          <p:cNvPr id="11" name="Text Placeholder 12">
            <a:extLst>
              <a:ext uri="{FF2B5EF4-FFF2-40B4-BE49-F238E27FC236}">
                <a16:creationId xmlns:a16="http://schemas.microsoft.com/office/drawing/2014/main" id="{94891711-2302-9D63-B25E-AF7AF07C3A86}"/>
              </a:ext>
            </a:extLst>
          </p:cNvPr>
          <p:cNvSpPr>
            <a:spLocks noGrp="1"/>
          </p:cNvSpPr>
          <p:nvPr>
            <p:ph type="body" sz="quarter" idx="17"/>
          </p:nvPr>
        </p:nvSpPr>
        <p:spPr>
          <a:xfrm>
            <a:off x="6395598" y="4731335"/>
            <a:ext cx="4668642" cy="1193728"/>
          </a:xfrm>
        </p:spPr>
        <p:txBody>
          <a:bodyPr>
            <a:normAutofit/>
          </a:bodyPr>
          <a:lstStyle>
            <a:lvl1pPr marL="0" indent="0">
              <a:buNone/>
              <a:defRPr sz="2000"/>
            </a:lvl1pPr>
          </a:lstStyle>
          <a:p>
            <a:pPr lvl="0"/>
            <a:r>
              <a:rPr lang="en-US" dirty="0"/>
              <a:t>Click to edit Master text styles</a:t>
            </a:r>
          </a:p>
        </p:txBody>
      </p:sp>
      <p:sp>
        <p:nvSpPr>
          <p:cNvPr id="10" name="Picture Placeholder 10">
            <a:extLst>
              <a:ext uri="{FF2B5EF4-FFF2-40B4-BE49-F238E27FC236}">
                <a16:creationId xmlns:a16="http://schemas.microsoft.com/office/drawing/2014/main" id="{391879C3-FF15-5DBC-60E1-15862E523659}"/>
              </a:ext>
            </a:extLst>
          </p:cNvPr>
          <p:cNvSpPr>
            <a:spLocks noGrp="1"/>
          </p:cNvSpPr>
          <p:nvPr>
            <p:ph type="pic" sz="quarter" idx="13" hasCustomPrompt="1"/>
          </p:nvPr>
        </p:nvSpPr>
        <p:spPr>
          <a:xfrm>
            <a:off x="804672" y="397791"/>
            <a:ext cx="5289176"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52" t="75" r="1"/>
            </a:stretch>
          </a:blipFill>
        </p:spPr>
        <p:txBody>
          <a:bodyPr/>
          <a:lstStyle>
            <a:lvl1pPr marL="0" indent="0">
              <a:buNone/>
              <a:defRPr/>
            </a:lvl1pPr>
          </a:lstStyle>
          <a:p>
            <a:r>
              <a:rPr lang="en-US" dirty="0"/>
              <a:t> </a:t>
            </a:r>
          </a:p>
        </p:txBody>
      </p:sp>
      <p:sp>
        <p:nvSpPr>
          <p:cNvPr id="7" name="Date Placeholder 6">
            <a:extLst>
              <a:ext uri="{FF2B5EF4-FFF2-40B4-BE49-F238E27FC236}">
                <a16:creationId xmlns:a16="http://schemas.microsoft.com/office/drawing/2014/main" id="{EEF24230-5D44-0E0B-741C-23E5B8A5067D}"/>
              </a:ext>
            </a:extLst>
          </p:cNvPr>
          <p:cNvSpPr>
            <a:spLocks noGrp="1"/>
          </p:cNvSpPr>
          <p:nvPr>
            <p:ph type="dt" sz="half" idx="14"/>
          </p:nvPr>
        </p:nvSpPr>
        <p:spPr/>
        <p:txBody>
          <a:bodyPr/>
          <a:lstStyle>
            <a:lvl1pPr>
              <a:defRPr>
                <a:solidFill>
                  <a:schemeClr val="tx1"/>
                </a:solidFill>
              </a:defRPr>
            </a:lvl1pPr>
          </a:lstStyle>
          <a:p>
            <a:fld id="{0FDDB1F5-9155-4128-9946-6808FE896B8C}" type="datetime1">
              <a:rPr lang="en-US" smtClean="0"/>
              <a:t>3/4/2026</a:t>
            </a:fld>
            <a:endParaRPr lang="en-US" dirty="0"/>
          </a:p>
        </p:txBody>
      </p:sp>
      <p:sp>
        <p:nvSpPr>
          <p:cNvPr id="9" name="Slide Number Placeholder 8">
            <a:extLst>
              <a:ext uri="{FF2B5EF4-FFF2-40B4-BE49-F238E27FC236}">
                <a16:creationId xmlns:a16="http://schemas.microsoft.com/office/drawing/2014/main" id="{59DF417E-29EA-8AA4-1FB6-094EEC6C1C1D}"/>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6" name="Straight Connector 15">
            <a:extLst>
              <a:ext uri="{FF2B5EF4-FFF2-40B4-BE49-F238E27FC236}">
                <a16:creationId xmlns:a16="http://schemas.microsoft.com/office/drawing/2014/main" id="{58922217-2748-2314-B47E-D795069B2538}"/>
              </a:ext>
            </a:extLst>
          </p:cNvPr>
          <p:cNvCxnSpPr>
            <a:cxnSpLocks/>
          </p:cNvCxnSpPr>
          <p:nvPr/>
        </p:nvCxnSpPr>
        <p:spPr>
          <a:xfrm>
            <a:off x="60990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2C0D6AF0-B6F6-A093-A469-888C617C34D0}"/>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D46E95A7-955E-FC5B-D104-EC6701D6FA60}"/>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445FC1A-7536-FA20-E5DC-2D810097554F}"/>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BB12FF6-F32F-DFCA-9885-6FE91F1A8A3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FE863DC-51BC-8D1D-3164-799EBBDAD6F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271415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accent3"/>
        </a:soli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7E3D082D-5D35-2F9F-90C3-021CD2158B79}"/>
              </a:ext>
            </a:extLst>
          </p:cNvPr>
          <p:cNvSpPr>
            <a:spLocks noGrp="1"/>
          </p:cNvSpPr>
          <p:nvPr>
            <p:ph type="title"/>
          </p:nvPr>
        </p:nvSpPr>
        <p:spPr>
          <a:xfrm>
            <a:off x="1206418" y="782840"/>
            <a:ext cx="4572587" cy="3661142"/>
          </a:xfrm>
        </p:spPr>
        <p:txBody>
          <a:bodyPr>
            <a:normAutofit/>
          </a:bodyPr>
          <a:lstStyle>
            <a:lvl1pPr>
              <a:defRPr sz="4800"/>
            </a:lvl1pPr>
          </a:lstStyle>
          <a:p>
            <a:r>
              <a:rPr lang="en-US"/>
              <a:t>Click to edit Master title style</a:t>
            </a:r>
          </a:p>
        </p:txBody>
      </p:sp>
      <p:sp>
        <p:nvSpPr>
          <p:cNvPr id="16" name="Text Placeholder 12">
            <a:extLst>
              <a:ext uri="{FF2B5EF4-FFF2-40B4-BE49-F238E27FC236}">
                <a16:creationId xmlns:a16="http://schemas.microsoft.com/office/drawing/2014/main" id="{5B07658D-2C15-0859-FC14-231204836C51}"/>
              </a:ext>
            </a:extLst>
          </p:cNvPr>
          <p:cNvSpPr>
            <a:spLocks noGrp="1"/>
          </p:cNvSpPr>
          <p:nvPr>
            <p:ph type="body" sz="quarter" idx="17"/>
          </p:nvPr>
        </p:nvSpPr>
        <p:spPr>
          <a:xfrm>
            <a:off x="1207008" y="4663439"/>
            <a:ext cx="4571996" cy="1380739"/>
          </a:xfrm>
        </p:spPr>
        <p:txBody>
          <a:bodyPr anchor="b">
            <a:normAutofit/>
          </a:bodyPr>
          <a:lstStyle>
            <a:lvl1pPr marL="0" indent="0">
              <a:buNone/>
              <a:defRPr sz="2000"/>
            </a:lvl1pPr>
          </a:lstStyle>
          <a:p>
            <a:pPr lvl="0"/>
            <a:r>
              <a:rPr lang="en-US" dirty="0"/>
              <a:t>Click to edit Master text styles</a:t>
            </a:r>
          </a:p>
        </p:txBody>
      </p:sp>
      <p:sp>
        <p:nvSpPr>
          <p:cNvPr id="10" name="Picture Placeholder 10">
            <a:extLst>
              <a:ext uri="{FF2B5EF4-FFF2-40B4-BE49-F238E27FC236}">
                <a16:creationId xmlns:a16="http://schemas.microsoft.com/office/drawing/2014/main" id="{3565B300-A92A-F114-82AF-D815794F430F}"/>
              </a:ext>
            </a:extLst>
          </p:cNvPr>
          <p:cNvSpPr>
            <a:spLocks noGrp="1"/>
          </p:cNvSpPr>
          <p:nvPr>
            <p:ph type="pic" sz="quarter" idx="13" hasCustomPrompt="1"/>
          </p:nvPr>
        </p:nvSpPr>
        <p:spPr>
          <a:xfrm>
            <a:off x="6099048" y="402336"/>
            <a:ext cx="5289176"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b="1"/>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3697B55B-A218-74B5-0BEE-22235E9B8B72}"/>
              </a:ext>
            </a:extLst>
          </p:cNvPr>
          <p:cNvSpPr>
            <a:spLocks noGrp="1"/>
          </p:cNvSpPr>
          <p:nvPr>
            <p:ph type="dt" sz="half" idx="14"/>
          </p:nvPr>
        </p:nvSpPr>
        <p:spPr/>
        <p:txBody>
          <a:bodyPr/>
          <a:lstStyle>
            <a:lvl1pPr>
              <a:defRPr>
                <a:solidFill>
                  <a:schemeClr val="tx1"/>
                </a:solidFill>
              </a:defRPr>
            </a:lvl1pPr>
          </a:lstStyle>
          <a:p>
            <a:fld id="{76332D4F-69DA-447D-8D71-58933F8FE745}" type="datetime1">
              <a:rPr lang="en-US" smtClean="0"/>
              <a:t>3/4/2026</a:t>
            </a:fld>
            <a:endParaRPr lang="en-US" dirty="0"/>
          </a:p>
        </p:txBody>
      </p:sp>
      <p:sp>
        <p:nvSpPr>
          <p:cNvPr id="6" name="Slide Number Placeholder 5">
            <a:extLst>
              <a:ext uri="{FF2B5EF4-FFF2-40B4-BE49-F238E27FC236}">
                <a16:creationId xmlns:a16="http://schemas.microsoft.com/office/drawing/2014/main" id="{90210BF7-333F-24FE-D2DF-7331FF965889}"/>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7" name="Straight Connector 16">
            <a:extLst>
              <a:ext uri="{FF2B5EF4-FFF2-40B4-BE49-F238E27FC236}">
                <a16:creationId xmlns:a16="http://schemas.microsoft.com/office/drawing/2014/main" id="{BCC99E2D-452C-18BB-7BBF-6B7623C54B61}"/>
              </a:ext>
            </a:extLst>
          </p:cNvPr>
          <p:cNvCxnSpPr/>
          <p:nvPr/>
        </p:nvCxnSpPr>
        <p:spPr>
          <a:xfrm>
            <a:off x="60990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BEF9994A-73A8-CE11-7B98-7EA7C4CD1EA5}"/>
              </a:ext>
            </a:extLst>
          </p:cNvPr>
          <p:cNvGrpSpPr/>
          <p:nvPr userDrawn="1"/>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C7A9A682-C17C-6F60-46E3-F77E33DAF300}"/>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5C5B78E-1DDD-2C3B-5815-0AA0E821DFC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61B8608-E98C-230E-455F-2EB092A04E7E}"/>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AD2C4CF-5F74-8957-6184-413A56C8EDF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9368828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accent3"/>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2C0D6AF0-B6F6-A093-A469-888C617C34D0}"/>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D46E95A7-955E-FC5B-D104-EC6701D6FA60}"/>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445FC1A-7536-FA20-E5DC-2D810097554F}"/>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BB12FF6-F32F-DFCA-9885-6FE91F1A8A3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FE863DC-51BC-8D1D-3164-799EBBDAD6F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6" name="Straight Connector 15">
            <a:extLst>
              <a:ext uri="{FF2B5EF4-FFF2-40B4-BE49-F238E27FC236}">
                <a16:creationId xmlns:a16="http://schemas.microsoft.com/office/drawing/2014/main" id="{58922217-2748-2314-B47E-D795069B2538}"/>
              </a:ext>
            </a:extLst>
          </p:cNvPr>
          <p:cNvCxnSpPr>
            <a:cxnSpLocks/>
          </p:cNvCxnSpPr>
          <p:nvPr/>
        </p:nvCxnSpPr>
        <p:spPr>
          <a:xfrm>
            <a:off x="60990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0DB7B0F2-3D52-79E2-8444-B82E34B568BA}"/>
              </a:ext>
            </a:extLst>
          </p:cNvPr>
          <p:cNvSpPr>
            <a:spLocks noGrp="1"/>
          </p:cNvSpPr>
          <p:nvPr>
            <p:ph type="title"/>
          </p:nvPr>
        </p:nvSpPr>
        <p:spPr>
          <a:xfrm>
            <a:off x="6400800" y="786384"/>
            <a:ext cx="4668637" cy="3460492"/>
          </a:xfrm>
        </p:spPr>
        <p:txBody>
          <a:bodyPr>
            <a:normAutofit/>
          </a:bodyPr>
          <a:lstStyle>
            <a:lvl1pPr>
              <a:defRPr sz="4800"/>
            </a:lvl1pPr>
          </a:lstStyle>
          <a:p>
            <a:r>
              <a:rPr lang="en-US" dirty="0"/>
              <a:t>Click to edit Master title style</a:t>
            </a:r>
          </a:p>
        </p:txBody>
      </p:sp>
      <p:sp>
        <p:nvSpPr>
          <p:cNvPr id="10" name="Picture Placeholder 10">
            <a:extLst>
              <a:ext uri="{FF2B5EF4-FFF2-40B4-BE49-F238E27FC236}">
                <a16:creationId xmlns:a16="http://schemas.microsoft.com/office/drawing/2014/main" id="{391879C3-FF15-5DBC-60E1-15862E523659}"/>
              </a:ext>
            </a:extLst>
          </p:cNvPr>
          <p:cNvSpPr>
            <a:spLocks noGrp="1"/>
          </p:cNvSpPr>
          <p:nvPr>
            <p:ph type="pic" sz="quarter" idx="13" hasCustomPrompt="1"/>
          </p:nvPr>
        </p:nvSpPr>
        <p:spPr>
          <a:xfrm>
            <a:off x="804672" y="397791"/>
            <a:ext cx="5289176"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52" t="75" r="1"/>
            </a:stretch>
          </a:blipFill>
        </p:spPr>
        <p:txBody>
          <a:bodyPr/>
          <a:lstStyle>
            <a:lvl1pPr marL="0" indent="0">
              <a:buNone/>
              <a:defRPr/>
            </a:lvl1pPr>
          </a:lstStyle>
          <a:p>
            <a:r>
              <a:rPr lang="en-US" dirty="0"/>
              <a:t>   </a:t>
            </a:r>
          </a:p>
        </p:txBody>
      </p:sp>
      <p:sp>
        <p:nvSpPr>
          <p:cNvPr id="6" name="Text Placeholder 12">
            <a:extLst>
              <a:ext uri="{FF2B5EF4-FFF2-40B4-BE49-F238E27FC236}">
                <a16:creationId xmlns:a16="http://schemas.microsoft.com/office/drawing/2014/main" id="{944F125D-7632-1E4B-E35B-4A1B552FC872}"/>
              </a:ext>
            </a:extLst>
          </p:cNvPr>
          <p:cNvSpPr>
            <a:spLocks noGrp="1"/>
          </p:cNvSpPr>
          <p:nvPr>
            <p:ph type="body" sz="quarter" idx="17"/>
          </p:nvPr>
        </p:nvSpPr>
        <p:spPr>
          <a:xfrm>
            <a:off x="6395599" y="4663439"/>
            <a:ext cx="4668641" cy="1380744"/>
          </a:xfrm>
        </p:spPr>
        <p:txBody>
          <a:bodyPr anchor="b">
            <a:normAutofit/>
          </a:bodyPr>
          <a:lstStyle>
            <a:lvl1pPr marL="0" indent="0">
              <a:buNone/>
              <a:defRPr sz="2000"/>
            </a:lvl1pPr>
          </a:lstStyle>
          <a:p>
            <a:pPr lvl="0"/>
            <a:r>
              <a:rPr lang="en-US" dirty="0"/>
              <a:t>Click to edit Master text styles</a:t>
            </a:r>
          </a:p>
        </p:txBody>
      </p:sp>
      <p:sp>
        <p:nvSpPr>
          <p:cNvPr id="7" name="Date Placeholder 6">
            <a:extLst>
              <a:ext uri="{FF2B5EF4-FFF2-40B4-BE49-F238E27FC236}">
                <a16:creationId xmlns:a16="http://schemas.microsoft.com/office/drawing/2014/main" id="{EEF24230-5D44-0E0B-741C-23E5B8A5067D}"/>
              </a:ext>
            </a:extLst>
          </p:cNvPr>
          <p:cNvSpPr>
            <a:spLocks noGrp="1"/>
          </p:cNvSpPr>
          <p:nvPr>
            <p:ph type="dt" sz="half" idx="14"/>
          </p:nvPr>
        </p:nvSpPr>
        <p:spPr/>
        <p:txBody>
          <a:bodyPr/>
          <a:lstStyle>
            <a:lvl1pPr>
              <a:defRPr>
                <a:solidFill>
                  <a:schemeClr val="tx1"/>
                </a:solidFill>
              </a:defRPr>
            </a:lvl1pPr>
          </a:lstStyle>
          <a:p>
            <a:fld id="{2F8211FF-1EED-4E40-908A-D3076C331B06}" type="datetime1">
              <a:rPr lang="en-US" smtClean="0"/>
              <a:t>3/4/2026</a:t>
            </a:fld>
            <a:endParaRPr lang="en-US" dirty="0"/>
          </a:p>
        </p:txBody>
      </p:sp>
      <p:sp>
        <p:nvSpPr>
          <p:cNvPr id="9" name="Slide Number Placeholder 8">
            <a:extLst>
              <a:ext uri="{FF2B5EF4-FFF2-40B4-BE49-F238E27FC236}">
                <a16:creationId xmlns:a16="http://schemas.microsoft.com/office/drawing/2014/main" id="{59DF417E-29EA-8AA4-1FB6-094EEC6C1C1D}"/>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58035732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08E949C-4552-505B-2374-1AD98378AB98}"/>
              </a:ext>
            </a:extLst>
          </p:cNvPr>
          <p:cNvSpPr>
            <a:spLocks noGrp="1"/>
          </p:cNvSpPr>
          <p:nvPr>
            <p:ph type="title"/>
          </p:nvPr>
        </p:nvSpPr>
        <p:spPr>
          <a:xfrm>
            <a:off x="1207007" y="786382"/>
            <a:ext cx="7589520" cy="3474721"/>
          </a:xfrm>
        </p:spPr>
        <p:txBody>
          <a:bodyPr>
            <a:noAutofit/>
          </a:bodyPr>
          <a:lstStyle>
            <a:lvl1pPr>
              <a:defRPr sz="7000"/>
            </a:lvl1pPr>
          </a:lstStyle>
          <a:p>
            <a:r>
              <a:rPr lang="en-US"/>
              <a:t>Click to edit Master title style</a:t>
            </a:r>
          </a:p>
        </p:txBody>
      </p:sp>
      <p:sp>
        <p:nvSpPr>
          <p:cNvPr id="10" name="Text Placeholder 12">
            <a:extLst>
              <a:ext uri="{FF2B5EF4-FFF2-40B4-BE49-F238E27FC236}">
                <a16:creationId xmlns:a16="http://schemas.microsoft.com/office/drawing/2014/main" id="{96AD6200-A62D-83E5-67FF-7C9D21BC40D3}"/>
              </a:ext>
            </a:extLst>
          </p:cNvPr>
          <p:cNvSpPr>
            <a:spLocks noGrp="1"/>
          </p:cNvSpPr>
          <p:nvPr>
            <p:ph type="body" sz="quarter" idx="17"/>
          </p:nvPr>
        </p:nvSpPr>
        <p:spPr>
          <a:xfrm>
            <a:off x="1207007" y="4480561"/>
            <a:ext cx="6655519" cy="1563618"/>
          </a:xfrm>
        </p:spPr>
        <p:txBody>
          <a:bodyPr anchor="b">
            <a:normAutofit/>
          </a:bodyPr>
          <a:lstStyle>
            <a:lvl1pPr marL="0" indent="0">
              <a:buNone/>
              <a:defRPr sz="2000"/>
            </a:lvl1pPr>
          </a:lstStyle>
          <a:p>
            <a:pPr lvl="0"/>
            <a:r>
              <a:rPr lang="en-US" dirty="0"/>
              <a:t>Click to edit Master text styles</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D804AD26-BCB3-4DA6-A1C8-F71900B8E385}" type="datetime1">
              <a:rPr lang="en-US" smtClean="0"/>
              <a:t>3/4/2026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2" name="Group 11">
            <a:extLst>
              <a:ext uri="{FF2B5EF4-FFF2-40B4-BE49-F238E27FC236}">
                <a16:creationId xmlns:a16="http://schemas.microsoft.com/office/drawing/2014/main" id="{FFF68E49-FB2F-EE46-BBC5-687EFFAC5B44}"/>
              </a:ext>
            </a:extLst>
          </p:cNvPr>
          <p:cNvGrpSpPr/>
          <p:nvPr userDrawn="1"/>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3A684535-D8D6-3C5C-2F48-CF561A535894}"/>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53CEFA-651F-E217-0B0C-E52881B35E2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21F9794-829E-FFF3-35B9-FBE57045076F}"/>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1C86891-1380-AD13-7BB7-52F437FF17F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293156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Ref idx="1001">
        <a:schemeClr val="bg1"/>
      </p:bgRef>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89E9313-4D10-F4B7-8D91-79EDA5D77209}"/>
              </a:ext>
            </a:extLst>
          </p:cNvPr>
          <p:cNvSpPr>
            <a:spLocks noGrp="1"/>
          </p:cNvSpPr>
          <p:nvPr>
            <p:ph type="title"/>
          </p:nvPr>
        </p:nvSpPr>
        <p:spPr>
          <a:xfrm>
            <a:off x="1207004" y="1073329"/>
            <a:ext cx="7876287" cy="3592629"/>
          </a:xfrm>
        </p:spPr>
        <p:txBody>
          <a:bodyPr anchor="b">
            <a:normAutofit/>
          </a:bodyPr>
          <a:lstStyle>
            <a:lvl1pPr>
              <a:defRPr sz="7200"/>
            </a:lvl1pPr>
          </a:lstStyle>
          <a:p>
            <a:r>
              <a:rPr lang="en-US"/>
              <a:t>Click to edit Master title style</a:t>
            </a:r>
          </a:p>
        </p:txBody>
      </p:sp>
      <p:sp>
        <p:nvSpPr>
          <p:cNvPr id="10" name="Text Placeholder 12">
            <a:extLst>
              <a:ext uri="{FF2B5EF4-FFF2-40B4-BE49-F238E27FC236}">
                <a16:creationId xmlns:a16="http://schemas.microsoft.com/office/drawing/2014/main" id="{9CF64426-6D11-A40D-4E5E-20B779D81EA7}"/>
              </a:ext>
            </a:extLst>
          </p:cNvPr>
          <p:cNvSpPr>
            <a:spLocks noGrp="1"/>
          </p:cNvSpPr>
          <p:nvPr>
            <p:ph type="body" sz="quarter" idx="17"/>
          </p:nvPr>
        </p:nvSpPr>
        <p:spPr>
          <a:xfrm>
            <a:off x="1207007" y="4715111"/>
            <a:ext cx="7375466" cy="1014984"/>
          </a:xfrm>
        </p:spPr>
        <p:txBody>
          <a:bodyPr anchor="t">
            <a:normAutofit/>
          </a:bodyPr>
          <a:lstStyle>
            <a:lvl1pPr marL="0" indent="0">
              <a:buNone/>
              <a:defRPr sz="2000"/>
            </a:lvl1pPr>
          </a:lstStyle>
          <a:p>
            <a:pPr lvl="0"/>
            <a:r>
              <a:rPr lang="en-US" dirty="0"/>
              <a:t>Click to edit Master text styles</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53632C9C-9A8F-446B-8187-09132D1A46A0}" type="datetime1">
              <a:rPr lang="en-US" smtClean="0"/>
              <a:t>3/4/2026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grpSp>
        <p:nvGrpSpPr>
          <p:cNvPr id="12" name="Group 11">
            <a:extLst>
              <a:ext uri="{FF2B5EF4-FFF2-40B4-BE49-F238E27FC236}">
                <a16:creationId xmlns:a16="http://schemas.microsoft.com/office/drawing/2014/main" id="{54162085-B82B-D70C-0D7A-22C4D7233FBB}"/>
              </a:ext>
            </a:extLst>
          </p:cNvPr>
          <p:cNvGrpSpPr/>
          <p:nvPr userDrawn="1"/>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9B9AC621-2F3F-131D-52E8-A4984237541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3C01039-2702-D6CF-0CAF-7BDB73F1657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76C98EB-F220-E16C-9F07-94D78E1A08D0}"/>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F953B0C-5FF3-5CCF-848F-BB45DDA545A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5030021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295400" y="1005840"/>
            <a:ext cx="9601200" cy="2621154"/>
          </a:xfrm>
        </p:spPr>
        <p:txBody>
          <a:bodyPr anchor="b" anchorCtr="0">
            <a:normAutofit/>
          </a:bodyPr>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295400" y="3749039"/>
            <a:ext cx="9601200" cy="2103120"/>
          </a:xfrm>
        </p:spPr>
        <p:txBody>
          <a:bodyPr anchor="t" anchorCtr="0">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8C6F82F-1CA0-4CF2-91A1-388896177AD5}" type="datetime1">
              <a:rPr lang="en-US" smtClean="0"/>
              <a:t>3/4/2026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grpSp>
        <p:nvGrpSpPr>
          <p:cNvPr id="12" name="Group 11">
            <a:extLst>
              <a:ext uri="{FF2B5EF4-FFF2-40B4-BE49-F238E27FC236}">
                <a16:creationId xmlns:a16="http://schemas.microsoft.com/office/drawing/2014/main" id="{E52FAD7B-9B0A-857E-5CD0-3E3F44C18648}"/>
              </a:ext>
            </a:extLst>
          </p:cNvPr>
          <p:cNvGrpSpPr/>
          <p:nvPr userDrawn="1"/>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C00D7A0C-A4FC-D6C3-FB54-CEA8FB8E5330}"/>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4A9338F-57CD-1C5E-080E-1648C5C9F92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9DEB5BD-7064-53F1-55A5-85BC50666D0B}"/>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943BB38-B6FB-D943-9359-FE7ED3ABB29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5266204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130040" y="2103120"/>
            <a:ext cx="3931920" cy="2011680"/>
          </a:xfrm>
        </p:spPr>
        <p:txBody>
          <a:bodyPr anchor="b" anchorCtr="0">
            <a:noAutofit/>
          </a:bodyPr>
          <a:lstStyle>
            <a:lvl1pPr algn="ctr">
              <a:lnSpc>
                <a:spcPct val="100000"/>
              </a:lnSpc>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724400" y="4177393"/>
            <a:ext cx="2743200" cy="1097280"/>
          </a:xfrm>
        </p:spPr>
        <p:txBody>
          <a:bodyPr anchor="t" anchorCtr="0">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grpSp>
        <p:nvGrpSpPr>
          <p:cNvPr id="9" name="Group 8">
            <a:extLst>
              <a:ext uri="{FF2B5EF4-FFF2-40B4-BE49-F238E27FC236}">
                <a16:creationId xmlns:a16="http://schemas.microsoft.com/office/drawing/2014/main" id="{8539BFE6-4C9C-5B1E-ED2D-D672723D9480}"/>
              </a:ext>
            </a:extLst>
          </p:cNvPr>
          <p:cNvGrpSpPr/>
          <p:nvPr userDrawn="1"/>
        </p:nvGrpSpPr>
        <p:grpSpPr>
          <a:xfrm>
            <a:off x="795290" y="400467"/>
            <a:ext cx="10603299" cy="6052793"/>
            <a:chOff x="795290" y="400467"/>
            <a:chExt cx="10603299" cy="6052793"/>
          </a:xfrm>
        </p:grpSpPr>
        <p:cxnSp>
          <p:nvCxnSpPr>
            <p:cNvPr id="10" name="Straight Connector 9">
              <a:extLst>
                <a:ext uri="{FF2B5EF4-FFF2-40B4-BE49-F238E27FC236}">
                  <a16:creationId xmlns:a16="http://schemas.microsoft.com/office/drawing/2014/main" id="{8E4F5756-0D00-A0C9-4813-70C9B7C191EE}"/>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B2B78D9-04A0-2DE2-227F-950F1640461C}"/>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F1CFAC1-EF4C-3A94-56C0-11F4FA3BBF8D}"/>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8629CBD-3927-3D28-1F30-9F6EA7453827}"/>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588387A3-E4C6-1FA3-B53D-8321DABF7F57}"/>
              </a:ext>
            </a:extLst>
          </p:cNvPr>
          <p:cNvSpPr/>
          <p:nvPr userDrawn="1"/>
        </p:nvSpPr>
        <p:spPr>
          <a:xfrm>
            <a:off x="3635480" y="966343"/>
            <a:ext cx="4921041" cy="4921041"/>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6" name="Group 15">
            <a:extLst>
              <a:ext uri="{FF2B5EF4-FFF2-40B4-BE49-F238E27FC236}">
                <a16:creationId xmlns:a16="http://schemas.microsoft.com/office/drawing/2014/main" id="{CD347A20-E5CE-D48A-532A-43A9AE6D845E}"/>
              </a:ext>
            </a:extLst>
          </p:cNvPr>
          <p:cNvGrpSpPr/>
          <p:nvPr userDrawn="1"/>
        </p:nvGrpSpPr>
        <p:grpSpPr>
          <a:xfrm>
            <a:off x="803185" y="0"/>
            <a:ext cx="10585629" cy="6858000"/>
            <a:chOff x="803185" y="0"/>
            <a:chExt cx="10585629" cy="6858000"/>
          </a:xfrm>
        </p:grpSpPr>
        <p:cxnSp>
          <p:nvCxnSpPr>
            <p:cNvPr id="17" name="Straight Connector 16">
              <a:extLst>
                <a:ext uri="{FF2B5EF4-FFF2-40B4-BE49-F238E27FC236}">
                  <a16:creationId xmlns:a16="http://schemas.microsoft.com/office/drawing/2014/main" id="{010530ED-939C-9AE3-E2AA-C67A3BAE2302}"/>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1E0B585-5421-AB6C-F2B4-387F4FCC3B84}"/>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7F59087-71C3-F7D4-40F9-C5030341EBF9}"/>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11F614F-4E8C-C510-F9CA-18D5C8F8000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488208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209800" y="1143000"/>
            <a:ext cx="7772400" cy="4572000"/>
          </a:xfrm>
        </p:spPr>
        <p:txBody>
          <a:bodyPr anchor="ctr" anchorCtr="0">
            <a:normAutofit/>
          </a:bodyPr>
          <a:lstStyle>
            <a:lvl1pPr algn="ctr">
              <a:defRPr sz="6000"/>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DEF69A2-4F59-479F-BEF2-69F2219A16C9}" type="datetime1">
              <a:rPr lang="en-US" smtClean="0"/>
              <a:t>3/4/2026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grpSp>
        <p:nvGrpSpPr>
          <p:cNvPr id="3" name="Group 2">
            <a:extLst>
              <a:ext uri="{FF2B5EF4-FFF2-40B4-BE49-F238E27FC236}">
                <a16:creationId xmlns:a16="http://schemas.microsoft.com/office/drawing/2014/main" id="{48F319F3-7ADB-A297-31E7-B4ECAED75F6F}"/>
              </a:ext>
            </a:extLst>
          </p:cNvPr>
          <p:cNvGrpSpPr/>
          <p:nvPr/>
        </p:nvGrpSpPr>
        <p:grpSpPr>
          <a:xfrm>
            <a:off x="803185" y="0"/>
            <a:ext cx="10585629" cy="6858000"/>
            <a:chOff x="803185" y="0"/>
            <a:chExt cx="10585629" cy="6858000"/>
          </a:xfrm>
        </p:grpSpPr>
        <p:cxnSp>
          <p:nvCxnSpPr>
            <p:cNvPr id="7" name="Straight Connector 6">
              <a:extLst>
                <a:ext uri="{FF2B5EF4-FFF2-40B4-BE49-F238E27FC236}">
                  <a16:creationId xmlns:a16="http://schemas.microsoft.com/office/drawing/2014/main" id="{9342D09D-B576-2CDA-0E02-F693119B459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FE4725A-AB5F-A233-599A-4D9D5792EF7D}"/>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E93BF32-D165-B68D-46A9-E4857CC06E93}"/>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DFA350C-9C20-0040-6C52-924473C264D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330878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947160" y="1463040"/>
            <a:ext cx="4297680" cy="3931920"/>
          </a:xfrm>
        </p:spPr>
        <p:txBody>
          <a:bodyPr anchor="ctr" anchorCtr="0">
            <a:normAutofit/>
          </a:bodyPr>
          <a:lstStyle>
            <a:lvl1pPr algn="ctr">
              <a:defRPr sz="5000"/>
            </a:lvl1pPr>
          </a:lstStyle>
          <a:p>
            <a:r>
              <a:rPr lang="en-US"/>
              <a:t>Click to edit Master title style</a:t>
            </a:r>
            <a:endParaRPr lang="en-US" dirty="0"/>
          </a:p>
        </p:txBody>
      </p:sp>
      <p:sp>
        <p:nvSpPr>
          <p:cNvPr id="12" name="Date Placeholder 11">
            <a:extLst>
              <a:ext uri="{FF2B5EF4-FFF2-40B4-BE49-F238E27FC236}">
                <a16:creationId xmlns:a16="http://schemas.microsoft.com/office/drawing/2014/main" id="{287A7C1D-E0BF-03ED-4BF5-BD5B7A5E2C20}"/>
              </a:ext>
            </a:extLst>
          </p:cNvPr>
          <p:cNvSpPr>
            <a:spLocks noGrp="1"/>
          </p:cNvSpPr>
          <p:nvPr>
            <p:ph type="dt" sz="half" idx="10"/>
          </p:nvPr>
        </p:nvSpPr>
        <p:spPr/>
        <p:txBody>
          <a:bodyPr/>
          <a:lstStyle/>
          <a:p>
            <a:fld id="{B06AB12F-C5D8-43C4-BBB0-DAFB57DF07E7}" type="datetime1">
              <a:rPr lang="en-US" smtClean="0"/>
              <a:t>3/4/2026</a:t>
            </a:fld>
            <a:endParaRPr lang="en-US" dirty="0"/>
          </a:p>
        </p:txBody>
      </p:sp>
      <p:sp>
        <p:nvSpPr>
          <p:cNvPr id="14" name="Slide Number Placeholder 13">
            <a:extLst>
              <a:ext uri="{FF2B5EF4-FFF2-40B4-BE49-F238E27FC236}">
                <a16:creationId xmlns:a16="http://schemas.microsoft.com/office/drawing/2014/main" id="{F13DCCFC-6C6C-BEE4-3288-E22430B7B05B}"/>
              </a:ext>
            </a:extLst>
          </p:cNvPr>
          <p:cNvSpPr>
            <a:spLocks noGrp="1"/>
          </p:cNvSpPr>
          <p:nvPr>
            <p:ph type="sldNum" sz="quarter" idx="12"/>
          </p:nvPr>
        </p:nvSpPr>
        <p:spPr/>
        <p:txBody>
          <a:bodyPr/>
          <a:lstStyle/>
          <a:p>
            <a:fld id="{CC057153-B650-4DEB-B370-79DDCFDCE934}" type="slidenum">
              <a:rPr lang="en-US" smtClean="0"/>
              <a:pPr/>
              <a:t>‹#›</a:t>
            </a:fld>
            <a:endParaRPr lang="en-US" dirty="0"/>
          </a:p>
        </p:txBody>
      </p:sp>
      <p:grpSp>
        <p:nvGrpSpPr>
          <p:cNvPr id="15" name="Group 14">
            <a:extLst>
              <a:ext uri="{FF2B5EF4-FFF2-40B4-BE49-F238E27FC236}">
                <a16:creationId xmlns:a16="http://schemas.microsoft.com/office/drawing/2014/main" id="{2364D07C-30EB-180E-ECA5-7D994FB6B458}"/>
              </a:ext>
            </a:extLst>
          </p:cNvPr>
          <p:cNvGrpSpPr/>
          <p:nvPr/>
        </p:nvGrpSpPr>
        <p:grpSpPr>
          <a:xfrm>
            <a:off x="801384" y="402336"/>
            <a:ext cx="10591869" cy="6053328"/>
            <a:chOff x="801384" y="402336"/>
            <a:chExt cx="10591869" cy="6053328"/>
          </a:xfrm>
        </p:grpSpPr>
        <p:sp>
          <p:nvSpPr>
            <p:cNvPr id="8" name="Oval 7">
              <a:extLst>
                <a:ext uri="{FF2B5EF4-FFF2-40B4-BE49-F238E27FC236}">
                  <a16:creationId xmlns:a16="http://schemas.microsoft.com/office/drawing/2014/main" id="{4A04066B-2A84-9323-C5DA-5B348302F471}"/>
                </a:ext>
              </a:extLst>
            </p:cNvPr>
            <p:cNvSpPr>
              <a:spLocks noChangeAspect="1"/>
            </p:cNvSpPr>
            <p:nvPr/>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a:extLst>
                <a:ext uri="{FF2B5EF4-FFF2-40B4-BE49-F238E27FC236}">
                  <a16:creationId xmlns:a16="http://schemas.microsoft.com/office/drawing/2014/main" id="{1ADA6AEC-ECB3-F1C7-E764-B8ADFE06411F}"/>
                </a:ext>
              </a:extLst>
            </p:cNvPr>
            <p:cNvCxnSpPr>
              <a:cxnSpLocks/>
            </p:cNvCxnSpPr>
            <p:nvPr/>
          </p:nvCxnSpPr>
          <p:spPr>
            <a:xfrm>
              <a:off x="80138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80DB266-E37E-7698-DB7E-6D9E94BDFA72}"/>
                </a:ext>
              </a:extLst>
            </p:cNvPr>
            <p:cNvCxnSpPr>
              <a:cxnSpLocks/>
            </p:cNvCxnSpPr>
            <p:nvPr/>
          </p:nvCxnSpPr>
          <p:spPr>
            <a:xfrm>
              <a:off x="912266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219D4A54-15D9-3C99-7553-173F66B741B0}"/>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644712B6-CD65-6015-EC36-F8A05F355A6F}"/>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082FE47-168D-894B-9992-69DDA276429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7CB7F1E8-9C58-EB4B-7C58-F14781D8EA59}"/>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20AA4AF-279E-969C-C602-1D4B7466E4B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556327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Header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130040" y="1645920"/>
            <a:ext cx="3931920" cy="3566160"/>
          </a:xfrm>
        </p:spPr>
        <p:txBody>
          <a:bodyPr anchor="ctr" anchorCtr="0">
            <a:normAutofit/>
          </a:bodyPr>
          <a:lstStyle>
            <a:lvl1pPr algn="ctr">
              <a:defRPr sz="5000"/>
            </a:lvl1pPr>
          </a:lstStyle>
          <a:p>
            <a:r>
              <a:rPr lang="en-US"/>
              <a:t>Click to edit Master title style</a:t>
            </a:r>
            <a:endParaRPr lang="en-US" dirty="0"/>
          </a:p>
        </p:txBody>
      </p:sp>
      <p:sp>
        <p:nvSpPr>
          <p:cNvPr id="12" name="Date Placeholder 11">
            <a:extLst>
              <a:ext uri="{FF2B5EF4-FFF2-40B4-BE49-F238E27FC236}">
                <a16:creationId xmlns:a16="http://schemas.microsoft.com/office/drawing/2014/main" id="{287A7C1D-E0BF-03ED-4BF5-BD5B7A5E2C20}"/>
              </a:ext>
            </a:extLst>
          </p:cNvPr>
          <p:cNvSpPr>
            <a:spLocks noGrp="1"/>
          </p:cNvSpPr>
          <p:nvPr>
            <p:ph type="dt" sz="half" idx="10"/>
          </p:nvPr>
        </p:nvSpPr>
        <p:spPr/>
        <p:txBody>
          <a:bodyPr/>
          <a:lstStyle/>
          <a:p>
            <a:fld id="{CFCAE280-1FAF-431A-AFCC-652D1D768935}" type="datetime1">
              <a:rPr lang="en-US" smtClean="0"/>
              <a:t>3/4/2026</a:t>
            </a:fld>
            <a:endParaRPr lang="en-US" dirty="0"/>
          </a:p>
        </p:txBody>
      </p:sp>
      <p:sp>
        <p:nvSpPr>
          <p:cNvPr id="14" name="Slide Number Placeholder 13">
            <a:extLst>
              <a:ext uri="{FF2B5EF4-FFF2-40B4-BE49-F238E27FC236}">
                <a16:creationId xmlns:a16="http://schemas.microsoft.com/office/drawing/2014/main" id="{F13DCCFC-6C6C-BEE4-3288-E22430B7B05B}"/>
              </a:ext>
            </a:extLst>
          </p:cNvPr>
          <p:cNvSpPr>
            <a:spLocks noGrp="1"/>
          </p:cNvSpPr>
          <p:nvPr>
            <p:ph type="sldNum" sz="quarter" idx="12"/>
          </p:nvPr>
        </p:nvSpPr>
        <p:spPr/>
        <p:txBody>
          <a:bodyPr/>
          <a:lstStyle/>
          <a:p>
            <a:fld id="{CC057153-B650-4DEB-B370-79DDCFDCE934}" type="slidenum">
              <a:rPr lang="en-US" smtClean="0"/>
              <a:pPr/>
              <a:t>‹#›</a:t>
            </a:fld>
            <a:endParaRPr lang="en-US" dirty="0"/>
          </a:p>
        </p:txBody>
      </p:sp>
      <p:grpSp>
        <p:nvGrpSpPr>
          <p:cNvPr id="9" name="Group 8">
            <a:extLst>
              <a:ext uri="{FF2B5EF4-FFF2-40B4-BE49-F238E27FC236}">
                <a16:creationId xmlns:a16="http://schemas.microsoft.com/office/drawing/2014/main" id="{9B2419B5-61E2-FD73-4DC0-6BD4FEA22BC7}"/>
              </a:ext>
            </a:extLst>
          </p:cNvPr>
          <p:cNvGrpSpPr/>
          <p:nvPr/>
        </p:nvGrpSpPr>
        <p:grpSpPr>
          <a:xfrm>
            <a:off x="3357372" y="400050"/>
            <a:ext cx="5477256" cy="6053507"/>
            <a:chOff x="3357372" y="400050"/>
            <a:chExt cx="5477256" cy="6053507"/>
          </a:xfrm>
        </p:grpSpPr>
        <p:sp>
          <p:nvSpPr>
            <p:cNvPr id="8" name="Oval 7">
              <a:extLst>
                <a:ext uri="{FF2B5EF4-FFF2-40B4-BE49-F238E27FC236}">
                  <a16:creationId xmlns:a16="http://schemas.microsoft.com/office/drawing/2014/main" id="{4A04066B-2A84-9323-C5DA-5B348302F471}"/>
                </a:ext>
              </a:extLst>
            </p:cNvPr>
            <p:cNvSpPr>
              <a:spLocks noChangeAspect="1"/>
            </p:cNvSpPr>
            <p:nvPr/>
          </p:nvSpPr>
          <p:spPr>
            <a:xfrm>
              <a:off x="3357372" y="690372"/>
              <a:ext cx="5477256" cy="5477256"/>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E90D9250-FE41-6A62-63E0-45557F7A8217}"/>
                </a:ext>
              </a:extLst>
            </p:cNvPr>
            <p:cNvCxnSpPr>
              <a:cxnSpLocks/>
            </p:cNvCxnSpPr>
            <p:nvPr/>
          </p:nvCxnSpPr>
          <p:spPr>
            <a:xfrm>
              <a:off x="6096000" y="400050"/>
              <a:ext cx="0" cy="2903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FB5D07D-F48B-B558-CC22-73A8D1D25CEC}"/>
                </a:ext>
              </a:extLst>
            </p:cNvPr>
            <p:cNvCxnSpPr>
              <a:cxnSpLocks/>
            </p:cNvCxnSpPr>
            <p:nvPr/>
          </p:nvCxnSpPr>
          <p:spPr>
            <a:xfrm>
              <a:off x="6096000" y="6163235"/>
              <a:ext cx="0" cy="2903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1A553EE4-7656-051D-B9EA-5CE4DF67F1BC}"/>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EB995F0C-E3CB-71F5-AA4A-3E0C2250F6DF}"/>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4E96190-C8C5-5A5E-583F-A1FA14CA530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333EFCA-48D0-CA03-8F58-5201249ED94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38BC0BD-74F3-CF74-E3F6-B1AB0632536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8127381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947160" y="1463040"/>
            <a:ext cx="4297680" cy="3931920"/>
          </a:xfrm>
        </p:spPr>
        <p:txBody>
          <a:bodyPr anchor="ctr" anchorCtr="0">
            <a:normAutofit/>
          </a:bodyPr>
          <a:lstStyle>
            <a:lvl1pPr algn="ctr">
              <a:defRPr sz="5000"/>
            </a:lvl1pPr>
          </a:lstStyle>
          <a:p>
            <a:r>
              <a:rPr lang="en-US"/>
              <a:t>Click to edit Master title style</a:t>
            </a:r>
            <a:endParaRPr lang="en-US" dirty="0"/>
          </a:p>
        </p:txBody>
      </p:sp>
      <p:sp>
        <p:nvSpPr>
          <p:cNvPr id="12" name="Date Placeholder 11">
            <a:extLst>
              <a:ext uri="{FF2B5EF4-FFF2-40B4-BE49-F238E27FC236}">
                <a16:creationId xmlns:a16="http://schemas.microsoft.com/office/drawing/2014/main" id="{287A7C1D-E0BF-03ED-4BF5-BD5B7A5E2C20}"/>
              </a:ext>
            </a:extLst>
          </p:cNvPr>
          <p:cNvSpPr>
            <a:spLocks noGrp="1"/>
          </p:cNvSpPr>
          <p:nvPr>
            <p:ph type="dt" sz="half" idx="10"/>
          </p:nvPr>
        </p:nvSpPr>
        <p:spPr/>
        <p:txBody>
          <a:bodyPr/>
          <a:lstStyle/>
          <a:p>
            <a:fld id="{332B1AC0-F140-4CFD-8DB3-1250D01F4A17}" type="datetime1">
              <a:rPr lang="en-US" smtClean="0"/>
              <a:t>3/4/2026</a:t>
            </a:fld>
            <a:endParaRPr lang="en-US" dirty="0"/>
          </a:p>
        </p:txBody>
      </p:sp>
      <p:sp>
        <p:nvSpPr>
          <p:cNvPr id="14" name="Slide Number Placeholder 13">
            <a:extLst>
              <a:ext uri="{FF2B5EF4-FFF2-40B4-BE49-F238E27FC236}">
                <a16:creationId xmlns:a16="http://schemas.microsoft.com/office/drawing/2014/main" id="{F13DCCFC-6C6C-BEE4-3288-E22430B7B05B}"/>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8" name="Oval 7">
            <a:extLst>
              <a:ext uri="{FF2B5EF4-FFF2-40B4-BE49-F238E27FC236}">
                <a16:creationId xmlns:a16="http://schemas.microsoft.com/office/drawing/2014/main" id="{4A04066B-2A84-9323-C5DA-5B348302F471}"/>
              </a:ext>
            </a:extLst>
          </p:cNvPr>
          <p:cNvSpPr>
            <a:spLocks noChangeAspect="1"/>
          </p:cNvSpPr>
          <p:nvPr/>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5B1BE2BD-7F8B-7C22-CFB1-672436A435C5}"/>
              </a:ext>
            </a:extLst>
          </p:cNvPr>
          <p:cNvCxnSpPr>
            <a:cxnSpLocks/>
            <a:endCxn id="8" idx="0"/>
          </p:cNvCxnSpPr>
          <p:nvPr/>
        </p:nvCxnSpPr>
        <p:spPr>
          <a:xfrm>
            <a:off x="6096000" y="0"/>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3605ED7-A153-EC6F-5FAD-36B4B4358E06}"/>
              </a:ext>
            </a:extLst>
          </p:cNvPr>
          <p:cNvCxnSpPr>
            <a:cxnSpLocks/>
            <a:stCxn id="8" idx="4"/>
          </p:cNvCxnSpPr>
          <p:nvPr/>
        </p:nvCxnSpPr>
        <p:spPr>
          <a:xfrm>
            <a:off x="6096000" y="6455664"/>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3C8215DB-D097-7C38-9C71-D1CFEFEF6A85}"/>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E0A25622-E70C-87A2-8948-57015501A771}"/>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BC90E86-9351-B357-1E5C-6FFBE66DCF88}"/>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002D9F6-1ABE-59A5-65EE-083DC0F5BBAD}"/>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95F9938-96CE-D789-BC11-3480B8489FD3}"/>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59178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255032" y="862335"/>
            <a:ext cx="4389120" cy="5120640"/>
          </a:xfrm>
        </p:spPr>
        <p:txBody>
          <a:bodyPr anchor="ctr" anchorCtr="0">
            <a:normAutofit/>
          </a:bodyPr>
          <a:lstStyle>
            <a:lvl1pPr algn="ctr">
              <a:defRPr sz="400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547100" y="816615"/>
            <a:ext cx="4389120" cy="5212080"/>
          </a:xfrm>
        </p:spPr>
        <p:txBody>
          <a:bodyPr anchor="ctr" anchorCtr="0">
            <a:normAutofit/>
          </a:bodyPr>
          <a:lstStyle>
            <a:lvl1pPr marL="285750" indent="-285750">
              <a:buFont typeface="Arial" panose="020B0604020202020204" pitchFamily="34" charset="0"/>
              <a:buChar char="•"/>
              <a:defRPr sz="1800">
                <a:solidFill>
                  <a:schemeClr val="tx1"/>
                </a:solidFill>
              </a:defRPr>
            </a:lvl1pPr>
            <a:lvl2pPr marL="514350" indent="-285750">
              <a:buFont typeface="Arial" panose="020B0604020202020204" pitchFamily="34" charset="0"/>
              <a:buChar char="•"/>
              <a:defRPr sz="16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BD9D700C-85B2-47B3-997E-E13950E22DFB}" type="datetime1">
              <a:rPr lang="en-US" smtClean="0"/>
              <a:t>3/4/2026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5097BF5B-32BC-BBD0-CF2F-278F9759F7B8}"/>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1B8C6683-0AEB-503B-BAF1-51DAAF22F621}"/>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B2043B3-B90B-491D-9203-45C5F867EC8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AE574BD-DC36-6D57-B675-4DC205A2F99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D0042C9-94A3-B61B-E948-DEAD329E8578}"/>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4" name="Straight Connector 13">
            <a:extLst>
              <a:ext uri="{FF2B5EF4-FFF2-40B4-BE49-F238E27FC236}">
                <a16:creationId xmlns:a16="http://schemas.microsoft.com/office/drawing/2014/main" id="{2D93BD77-3686-B555-2FC0-ACF67E598393}"/>
              </a:ext>
            </a:extLst>
          </p:cNvPr>
          <p:cNvCxnSpPr>
            <a:cxnSpLocks/>
          </p:cNvCxnSpPr>
          <p:nvPr/>
        </p:nvCxnSpPr>
        <p:spPr>
          <a:xfrm>
            <a:off x="609600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4065497"/>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600623" y="822960"/>
            <a:ext cx="4342337" cy="2103120"/>
          </a:xfrm>
        </p:spPr>
        <p:txBody>
          <a:bodyPr anchor="t" anchorCtr="0">
            <a:normAutofit/>
          </a:bodyPr>
          <a:lstStyle>
            <a:lvl1pPr>
              <a:defRPr sz="4000">
                <a:solidFill>
                  <a:schemeClr val="tx1"/>
                </a:solidFill>
              </a:defRPr>
            </a:lvl1pPr>
          </a:lstStyle>
          <a:p>
            <a:r>
              <a:rPr lang="en-US"/>
              <a:t>Click to edit Master title style</a:t>
            </a:r>
            <a:endParaRPr lang="en-US" dirty="0"/>
          </a:p>
        </p:txBody>
      </p:sp>
      <p:sp>
        <p:nvSpPr>
          <p:cNvPr id="10" name="Footer Placeholder 9">
            <a:extLst>
              <a:ext uri="{FF2B5EF4-FFF2-40B4-BE49-F238E27FC236}">
                <a16:creationId xmlns:a16="http://schemas.microsoft.com/office/drawing/2014/main" id="{89E984F9-2199-EBFA-F2CC-8763C190A200}"/>
              </a:ext>
            </a:extLst>
          </p:cNvPr>
          <p:cNvSpPr>
            <a:spLocks noGrp="1"/>
          </p:cNvSpPr>
          <p:nvPr>
            <p:ph type="ftr" sz="quarter" idx="16"/>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6" name="Picture Placeholder 10">
            <a:extLst>
              <a:ext uri="{FF2B5EF4-FFF2-40B4-BE49-F238E27FC236}">
                <a16:creationId xmlns:a16="http://schemas.microsoft.com/office/drawing/2014/main" id="{3699909B-C939-96B1-BC6D-ADAB553102ED}"/>
              </a:ext>
            </a:extLst>
          </p:cNvPr>
          <p:cNvSpPr>
            <a:spLocks noGrp="1"/>
          </p:cNvSpPr>
          <p:nvPr>
            <p:ph type="pic" sz="quarter" idx="14" hasCustomPrompt="1"/>
          </p:nvPr>
        </p:nvSpPr>
        <p:spPr>
          <a:xfrm>
            <a:off x="804672" y="402336"/>
            <a:ext cx="5289176"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r="1" b="2"/>
            </a:stretch>
          </a:blipFill>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600623" y="3834765"/>
            <a:ext cx="4343400" cy="2103120"/>
          </a:xfrm>
        </p:spPr>
        <p:txBody>
          <a:bodyPr>
            <a:normAutofit/>
          </a:bodyPr>
          <a:lstStyle>
            <a:lvl1pPr marL="285750" indent="-285750">
              <a:lnSpc>
                <a:spcPct val="150000"/>
              </a:lnSpc>
              <a:buFont typeface="Arial" panose="020B0604020202020204" pitchFamily="34" charset="0"/>
              <a:buChar char="•"/>
              <a:defRPr sz="1800">
                <a:solidFill>
                  <a:schemeClr val="tx1"/>
                </a:solidFill>
              </a:defRPr>
            </a:lvl1pPr>
            <a:lvl2pPr marL="514350" indent="-285750">
              <a:lnSpc>
                <a:spcPct val="150000"/>
              </a:lnSpc>
              <a:buFont typeface="Arial" panose="020B0604020202020204" pitchFamily="34" charset="0"/>
              <a:buChar char="•"/>
              <a:defRPr sz="1600">
                <a:solidFill>
                  <a:schemeClr val="tx1"/>
                </a:solidFill>
              </a:defRPr>
            </a:lvl2pPr>
            <a:lvl3pPr marL="742950" indent="-285750">
              <a:lnSpc>
                <a:spcPct val="150000"/>
              </a:lnSpc>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7D52F3B9-F3FC-C6BA-2D5C-232401B1DDB5}"/>
              </a:ext>
            </a:extLst>
          </p:cNvPr>
          <p:cNvSpPr>
            <a:spLocks noGrp="1"/>
          </p:cNvSpPr>
          <p:nvPr>
            <p:ph type="dt" sz="half" idx="15"/>
          </p:nvPr>
        </p:nvSpPr>
        <p:spPr/>
        <p:txBody>
          <a:bodyPr/>
          <a:lstStyle>
            <a:lvl1pPr>
              <a:defRPr>
                <a:solidFill>
                  <a:schemeClr val="tx1"/>
                </a:solidFill>
              </a:defRPr>
            </a:lvl1pPr>
          </a:lstStyle>
          <a:p>
            <a:fld id="{4480006D-ECDF-498D-B49A-7AD8A8EE5B1D}" type="datetime1">
              <a:rPr lang="en-US" smtClean="0"/>
              <a:t>3/4/2026</a:t>
            </a:fld>
            <a:endParaRPr lang="en-US" dirty="0"/>
          </a:p>
        </p:txBody>
      </p:sp>
      <p:sp>
        <p:nvSpPr>
          <p:cNvPr id="11" name="Slide Number Placeholder 10">
            <a:extLst>
              <a:ext uri="{FF2B5EF4-FFF2-40B4-BE49-F238E27FC236}">
                <a16:creationId xmlns:a16="http://schemas.microsoft.com/office/drawing/2014/main" id="{FAA914D9-9468-7038-39C3-3B639A66D86E}"/>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4" name="Group 13">
            <a:extLst>
              <a:ext uri="{FF2B5EF4-FFF2-40B4-BE49-F238E27FC236}">
                <a16:creationId xmlns:a16="http://schemas.microsoft.com/office/drawing/2014/main" id="{B20CE65A-BB1E-AC85-3441-39F20A18F2A5}"/>
              </a:ext>
            </a:extLst>
          </p:cNvPr>
          <p:cNvGrpSpPr/>
          <p:nvPr/>
        </p:nvGrpSpPr>
        <p:grpSpPr>
          <a:xfrm>
            <a:off x="6093848" y="402336"/>
            <a:ext cx="5297241" cy="6053328"/>
            <a:chOff x="6093848" y="402336"/>
            <a:chExt cx="5297241" cy="6053328"/>
          </a:xfrm>
        </p:grpSpPr>
        <p:cxnSp>
          <p:nvCxnSpPr>
            <p:cNvPr id="8" name="Straight Connector 7">
              <a:extLst>
                <a:ext uri="{FF2B5EF4-FFF2-40B4-BE49-F238E27FC236}">
                  <a16:creationId xmlns:a16="http://schemas.microsoft.com/office/drawing/2014/main" id="{0B186CB7-6AEB-B743-4514-FD48EC8624B1}"/>
                </a:ext>
              </a:extLst>
            </p:cNvPr>
            <p:cNvCxnSpPr>
              <a:cxnSpLocks/>
            </p:cNvCxnSpPr>
            <p:nvPr/>
          </p:nvCxnSpPr>
          <p:spPr>
            <a:xfrm flipH="1">
              <a:off x="6093848" y="3425476"/>
              <a:ext cx="529724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6BA0EC0-9334-E3BD-A943-2A6CE641D18A}"/>
                </a:ext>
              </a:extLst>
            </p:cNvPr>
            <p:cNvCxnSpPr/>
            <p:nvPr/>
          </p:nvCxnSpPr>
          <p:spPr>
            <a:xfrm>
              <a:off x="60997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3E199F47-2C0A-4C3F-B557-642A89A02175}"/>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487DDCC1-3A31-C96B-B944-3D034E35CE59}"/>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F521C807-39D4-D4AA-9527-8658CEF781DA}"/>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2E28386-8201-E969-93C4-035054A6593B}"/>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15476B2-B1B9-0305-3417-F5958B27BB8F}"/>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93378649"/>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00752" y="816615"/>
            <a:ext cx="4297680" cy="5212080"/>
          </a:xfrm>
        </p:spPr>
        <p:txBody>
          <a:bodyPr anchor="ctr" anchorCtr="0">
            <a:normAutofit/>
          </a:bodyPr>
          <a:lstStyle>
            <a:lvl1pPr algn="ctr">
              <a:defRPr sz="4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10" name="Content Placeholder 9">
            <a:extLst>
              <a:ext uri="{FF2B5EF4-FFF2-40B4-BE49-F238E27FC236}">
                <a16:creationId xmlns:a16="http://schemas.microsoft.com/office/drawing/2014/main" id="{E79C5E13-DAC4-195E-1928-8B3D9E93B84D}"/>
              </a:ext>
            </a:extLst>
          </p:cNvPr>
          <p:cNvSpPr>
            <a:spLocks noGrp="1"/>
          </p:cNvSpPr>
          <p:nvPr>
            <p:ph sz="quarter" idx="14"/>
          </p:nvPr>
        </p:nvSpPr>
        <p:spPr>
          <a:xfrm>
            <a:off x="6604000" y="2184400"/>
            <a:ext cx="4298950" cy="2468563"/>
          </a:xfrm>
        </p:spPr>
        <p:txBody>
          <a:bodyPr anchor="ct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460E92D-E4AA-41FD-9964-35C75C9EC117}" type="datetime1">
              <a:rPr lang="en-US" smtClean="0"/>
              <a:t>3/4/2026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3" name="Group 12">
            <a:extLst>
              <a:ext uri="{FF2B5EF4-FFF2-40B4-BE49-F238E27FC236}">
                <a16:creationId xmlns:a16="http://schemas.microsoft.com/office/drawing/2014/main" id="{5D4AF90E-26F2-BCC1-1730-ECA670AFE5A9}"/>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387397F7-ED9A-8F00-3F67-261E1D3015B7}"/>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FA2613-2C66-F678-F8F9-98BC7AA76A7A}"/>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9C37B4F-9C8D-F842-D910-EFB122B37BA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9ABB5DB-6C07-7796-F8FD-C5EF39B54DCA}"/>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 name="Straight Connector 2">
            <a:extLst>
              <a:ext uri="{FF2B5EF4-FFF2-40B4-BE49-F238E27FC236}">
                <a16:creationId xmlns:a16="http://schemas.microsoft.com/office/drawing/2014/main" id="{F1FF3CE0-FE95-A5D4-5EF7-60EA03431A10}"/>
              </a:ext>
            </a:extLst>
          </p:cNvPr>
          <p:cNvCxnSpPr>
            <a:cxnSpLocks/>
          </p:cNvCxnSpPr>
          <p:nvPr/>
        </p:nvCxnSpPr>
        <p:spPr>
          <a:xfrm>
            <a:off x="609600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457116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00752" y="816615"/>
            <a:ext cx="4297680" cy="5212080"/>
          </a:xfrm>
        </p:spPr>
        <p:txBody>
          <a:bodyPr anchor="ctr" anchorCtr="0">
            <a:normAutofit/>
          </a:bodyPr>
          <a:lstStyle>
            <a:lvl1pPr algn="ctr">
              <a:defRPr sz="4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789369" y="1045029"/>
            <a:ext cx="3900879" cy="4663440"/>
          </a:xfrm>
        </p:spPr>
        <p:txBody>
          <a:bodyPr anchor="ctr" anchorCtr="0">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A06A85BB-A416-4D3A-9A4F-C028C19B4D1D}" type="datetime1">
              <a:rPr lang="en-US" smtClean="0"/>
              <a:t>3/4/2026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1" name="Straight Connector 10">
            <a:extLst>
              <a:ext uri="{FF2B5EF4-FFF2-40B4-BE49-F238E27FC236}">
                <a16:creationId xmlns:a16="http://schemas.microsoft.com/office/drawing/2014/main" id="{382062BE-564D-E723-4D32-E97A7D6D9BFF}"/>
              </a:ext>
            </a:extLst>
          </p:cNvPr>
          <p:cNvCxnSpPr>
            <a:cxnSpLocks/>
          </p:cNvCxnSpPr>
          <p:nvPr/>
        </p:nvCxnSpPr>
        <p:spPr>
          <a:xfrm>
            <a:off x="609600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8724391A-72C8-59EB-093A-7DB51C79B077}"/>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8EFAD0B9-5EED-C0C3-D1D9-648F10ED7BE6}"/>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BB9583C-8B41-3D50-9FDD-E26958D31AFD}"/>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FEAC0D2-6922-25FF-877D-8CDA3D65C5E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28399D9-F337-D887-E4B6-C348B7A9629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3231461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55032" y="816615"/>
            <a:ext cx="4389120" cy="5212080"/>
          </a:xfrm>
        </p:spPr>
        <p:txBody>
          <a:bodyPr anchor="ctr" anchorCtr="0">
            <a:normAutofit/>
          </a:bodyPr>
          <a:lstStyle>
            <a:lvl1pPr algn="ctr">
              <a:defRPr sz="4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9" name="Content Placeholder 8">
            <a:extLst>
              <a:ext uri="{FF2B5EF4-FFF2-40B4-BE49-F238E27FC236}">
                <a16:creationId xmlns:a16="http://schemas.microsoft.com/office/drawing/2014/main" id="{14BC836E-EE23-E8E8-F704-10EB1EBA0744}"/>
              </a:ext>
            </a:extLst>
          </p:cNvPr>
          <p:cNvSpPr>
            <a:spLocks noGrp="1"/>
          </p:cNvSpPr>
          <p:nvPr>
            <p:ph sz="quarter" idx="14"/>
          </p:nvPr>
        </p:nvSpPr>
        <p:spPr>
          <a:xfrm>
            <a:off x="6545248" y="816615"/>
            <a:ext cx="4389104" cy="5224768"/>
          </a:xfrm>
        </p:spPr>
        <p:txBody>
          <a:bodyPr anchor="ct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84575EC-B9BE-45B3-8586-C8BE8EAAAFBE}" type="datetime1">
              <a:rPr lang="en-US" smtClean="0"/>
              <a:t>3/4/2026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2" name="Straight Connector 11">
            <a:extLst>
              <a:ext uri="{FF2B5EF4-FFF2-40B4-BE49-F238E27FC236}">
                <a16:creationId xmlns:a16="http://schemas.microsoft.com/office/drawing/2014/main" id="{8535B3E4-3247-E935-5816-43C07DF6498F}"/>
              </a:ext>
            </a:extLst>
          </p:cNvPr>
          <p:cNvCxnSpPr>
            <a:cxnSpLocks/>
          </p:cNvCxnSpPr>
          <p:nvPr/>
        </p:nvCxnSpPr>
        <p:spPr>
          <a:xfrm>
            <a:off x="6096000" y="402336"/>
            <a:ext cx="0" cy="605332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C80567FB-D8E5-4494-8865-28151857CC4C}"/>
              </a:ext>
            </a:extLst>
          </p:cNvPr>
          <p:cNvGrpSpPr/>
          <p:nvPr/>
        </p:nvGrpSpPr>
        <p:grpSpPr>
          <a:xfrm>
            <a:off x="803185" y="0"/>
            <a:ext cx="10585629" cy="6858000"/>
            <a:chOff x="803185" y="0"/>
            <a:chExt cx="10585629" cy="6858000"/>
          </a:xfrm>
        </p:grpSpPr>
        <p:cxnSp>
          <p:nvCxnSpPr>
            <p:cNvPr id="15" name="Straight Connector 14">
              <a:extLst>
                <a:ext uri="{FF2B5EF4-FFF2-40B4-BE49-F238E27FC236}">
                  <a16:creationId xmlns:a16="http://schemas.microsoft.com/office/drawing/2014/main" id="{312D679A-B370-3459-D826-984A8FAAB54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A0B87DB-56D9-FC57-14D7-948086B86C1B}"/>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510EE14-987F-5583-91B2-3C68EE913C1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1296E2B-A6A5-A82B-D158-69450A5EA394}"/>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90716525"/>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5">
    <p:bg>
      <p:bgPr>
        <a:solidFill>
          <a:schemeClr val="accent3"/>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1BE259E-88AB-BB2B-BAA5-9AF1880F5457}"/>
              </a:ext>
            </a:extLst>
          </p:cNvPr>
          <p:cNvSpPr>
            <a:spLocks noGrp="1"/>
          </p:cNvSpPr>
          <p:nvPr>
            <p:ph type="title"/>
          </p:nvPr>
        </p:nvSpPr>
        <p:spPr>
          <a:xfrm>
            <a:off x="1066800" y="640080"/>
            <a:ext cx="10058400" cy="731518"/>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66800" y="1463040"/>
            <a:ext cx="10058400" cy="438912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4406CAD2-7B03-4F77-BEED-A9CE4E90E52C}" type="datetime1">
              <a:rPr lang="en-US" smtClean="0"/>
              <a:t>3/4/2026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3" name="Group 12">
            <a:extLst>
              <a:ext uri="{FF2B5EF4-FFF2-40B4-BE49-F238E27FC236}">
                <a16:creationId xmlns:a16="http://schemas.microsoft.com/office/drawing/2014/main" id="{70FE2746-CBB4-791D-92ED-7D4BA96D0C98}"/>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B872F8CD-9781-5B69-6A2F-ACD2927779DB}"/>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209B7C8-C55B-17E4-6C60-9C15BB7A632E}"/>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F0942E2-D6E0-4A3B-CF5E-C7A8F0B917C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A5B6906-9443-FEB0-23E3-78142F3660A8}"/>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81634946"/>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6">
    <p:bg>
      <p:bgPr>
        <a:solidFill>
          <a:schemeClr val="accent3"/>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33C509E-C7AC-2821-160D-02A10B5843BE}"/>
              </a:ext>
            </a:extLst>
          </p:cNvPr>
          <p:cNvSpPr>
            <a:spLocks noGrp="1"/>
          </p:cNvSpPr>
          <p:nvPr>
            <p:ph type="title"/>
          </p:nvPr>
        </p:nvSpPr>
        <p:spPr>
          <a:xfrm>
            <a:off x="1069849" y="640080"/>
            <a:ext cx="10058400" cy="731519"/>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11" name="Content Placeholder 10">
            <a:extLst>
              <a:ext uri="{FF2B5EF4-FFF2-40B4-BE49-F238E27FC236}">
                <a16:creationId xmlns:a16="http://schemas.microsoft.com/office/drawing/2014/main" id="{B53C0EFA-B5AE-CA80-DC77-DA3E8AC5A304}"/>
              </a:ext>
            </a:extLst>
          </p:cNvPr>
          <p:cNvSpPr>
            <a:spLocks noGrp="1"/>
          </p:cNvSpPr>
          <p:nvPr>
            <p:ph sz="quarter" idx="14"/>
          </p:nvPr>
        </p:nvSpPr>
        <p:spPr>
          <a:xfrm>
            <a:off x="1069975" y="1463675"/>
            <a:ext cx="10052050" cy="4754563"/>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E993171-6682-4BC9-9945-966126AB4B59}" type="datetime1">
              <a:rPr lang="en-US" smtClean="0"/>
              <a:t>3/4/2026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2" name="Group 11">
            <a:extLst>
              <a:ext uri="{FF2B5EF4-FFF2-40B4-BE49-F238E27FC236}">
                <a16:creationId xmlns:a16="http://schemas.microsoft.com/office/drawing/2014/main" id="{2D0433CD-47AD-50BF-BD73-0A8881E7799F}"/>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6F453102-CF88-5F5D-F01F-D55DFF9F821B}"/>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331B85-F551-1D98-E249-E17615E9AA7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F1728A5-B526-3330-7A6A-8E6E4F5AB128}"/>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C48EDDF-9CB1-4C44-B1E2-CC97C6F10B36}"/>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8804925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25002" y="786386"/>
            <a:ext cx="2769913" cy="1965960"/>
          </a:xfrm>
        </p:spPr>
        <p:txBody>
          <a:bodyPr anchor="b">
            <a:noAutofit/>
          </a:bodyPr>
          <a:lstStyle>
            <a:lvl1pPr>
              <a:defRPr sz="320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160F07FB-C605-C475-2466-273F0A36622F}"/>
              </a:ext>
            </a:extLst>
          </p:cNvPr>
          <p:cNvSpPr>
            <a:spLocks noGrp="1"/>
          </p:cNvSpPr>
          <p:nvPr>
            <p:ph type="ftr" sz="quarter" idx="16"/>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4672" y="396510"/>
            <a:ext cx="6984300" cy="605688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278" t="97"/>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225002" y="2899068"/>
            <a:ext cx="2769913" cy="315426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A967EAB-987E-5A82-3A52-4B05A2268E08}"/>
              </a:ext>
            </a:extLst>
          </p:cNvPr>
          <p:cNvSpPr>
            <a:spLocks noGrp="1"/>
          </p:cNvSpPr>
          <p:nvPr>
            <p:ph type="dt" sz="half" idx="15"/>
          </p:nvPr>
        </p:nvSpPr>
        <p:spPr/>
        <p:txBody>
          <a:bodyPr/>
          <a:lstStyle>
            <a:lvl1pPr>
              <a:defRPr>
                <a:solidFill>
                  <a:schemeClr val="tx1"/>
                </a:solidFill>
              </a:defRPr>
            </a:lvl1pPr>
          </a:lstStyle>
          <a:p>
            <a:fld id="{4AAA9ECC-469F-4B8E-BD34-07C4E8D3E99E}" type="datetime1">
              <a:rPr lang="en-US" smtClean="0"/>
              <a:t>3/4/2026</a:t>
            </a:fld>
            <a:endParaRPr lang="en-US" dirty="0"/>
          </a:p>
        </p:txBody>
      </p:sp>
      <p:sp>
        <p:nvSpPr>
          <p:cNvPr id="10" name="Slide Number Placeholder 9">
            <a:extLst>
              <a:ext uri="{FF2B5EF4-FFF2-40B4-BE49-F238E27FC236}">
                <a16:creationId xmlns:a16="http://schemas.microsoft.com/office/drawing/2014/main" id="{CDB01B09-0705-352B-A1FA-3E626EF06916}"/>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3" name="Straight Connector 12">
            <a:extLst>
              <a:ext uri="{FF2B5EF4-FFF2-40B4-BE49-F238E27FC236}">
                <a16:creationId xmlns:a16="http://schemas.microsoft.com/office/drawing/2014/main" id="{FCEB4D60-2464-A9C4-215B-159431C1081B}"/>
              </a:ext>
            </a:extLst>
          </p:cNvPr>
          <p:cNvCxnSpPr/>
          <p:nvPr/>
        </p:nvCxnSpPr>
        <p:spPr>
          <a:xfrm>
            <a:off x="7790269"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6F5C2EA-B780-9C9C-77C2-9C6E76A40453}"/>
              </a:ext>
            </a:extLst>
          </p:cNvPr>
          <p:cNvGrpSpPr/>
          <p:nvPr/>
        </p:nvGrpSpPr>
        <p:grpSpPr>
          <a:xfrm>
            <a:off x="803185" y="0"/>
            <a:ext cx="10585629" cy="6858000"/>
            <a:chOff x="803185" y="0"/>
            <a:chExt cx="10585629" cy="6858000"/>
          </a:xfrm>
        </p:grpSpPr>
        <p:cxnSp>
          <p:nvCxnSpPr>
            <p:cNvPr id="15" name="Straight Connector 14">
              <a:extLst>
                <a:ext uri="{FF2B5EF4-FFF2-40B4-BE49-F238E27FC236}">
                  <a16:creationId xmlns:a16="http://schemas.microsoft.com/office/drawing/2014/main" id="{D856C059-7605-4C77-F758-743839E0750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DD5A105-823E-7F57-9BD9-B921E9D0B77F}"/>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12C3FE9-B32A-64E0-FF0E-729AFCAC0FF0}"/>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29F84BA-E3BA-190A-D926-B57563866DF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27093688"/>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6"/>
            <a:ext cx="2733933" cy="1965960"/>
          </a:xfrm>
        </p:spPr>
        <p:txBody>
          <a:bodyPr anchor="b">
            <a:noAutofit/>
          </a:bodyPr>
          <a:lstStyle>
            <a:lvl1pPr>
              <a:defRPr sz="320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160F07FB-C605-C475-2466-273F0A36622F}"/>
              </a:ext>
            </a:extLst>
          </p:cNvPr>
          <p:cNvSpPr>
            <a:spLocks noGrp="1"/>
          </p:cNvSpPr>
          <p:nvPr>
            <p:ph type="ftr" sz="quarter" idx="16"/>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207008" y="2899068"/>
            <a:ext cx="2733933" cy="315426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397207" y="396510"/>
            <a:ext cx="6984300" cy="605688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278" t="97"/>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9A967EAB-987E-5A82-3A52-4B05A2268E08}"/>
              </a:ext>
            </a:extLst>
          </p:cNvPr>
          <p:cNvSpPr>
            <a:spLocks noGrp="1"/>
          </p:cNvSpPr>
          <p:nvPr>
            <p:ph type="dt" sz="half" idx="15"/>
          </p:nvPr>
        </p:nvSpPr>
        <p:spPr/>
        <p:txBody>
          <a:bodyPr/>
          <a:lstStyle>
            <a:lvl1pPr>
              <a:defRPr>
                <a:solidFill>
                  <a:schemeClr val="tx1"/>
                </a:solidFill>
              </a:defRPr>
            </a:lvl1pPr>
          </a:lstStyle>
          <a:p>
            <a:fld id="{9DBD8752-7BE3-4D87-B742-4591FA880F2B}" type="datetime1">
              <a:rPr lang="en-US" smtClean="0"/>
              <a:t>3/4/2026</a:t>
            </a:fld>
            <a:endParaRPr lang="en-US" dirty="0"/>
          </a:p>
        </p:txBody>
      </p:sp>
      <p:sp>
        <p:nvSpPr>
          <p:cNvPr id="10" name="Slide Number Placeholder 9">
            <a:extLst>
              <a:ext uri="{FF2B5EF4-FFF2-40B4-BE49-F238E27FC236}">
                <a16:creationId xmlns:a16="http://schemas.microsoft.com/office/drawing/2014/main" id="{CDB01B09-0705-352B-A1FA-3E626EF06916}"/>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3" name="Straight Connector 12">
            <a:extLst>
              <a:ext uri="{FF2B5EF4-FFF2-40B4-BE49-F238E27FC236}">
                <a16:creationId xmlns:a16="http://schemas.microsoft.com/office/drawing/2014/main" id="{FCEB4D60-2464-A9C4-215B-159431C1081B}"/>
              </a:ext>
            </a:extLst>
          </p:cNvPr>
          <p:cNvCxnSpPr/>
          <p:nvPr/>
        </p:nvCxnSpPr>
        <p:spPr>
          <a:xfrm>
            <a:off x="439244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2B306094-CD46-FD37-15EF-7C5ED43D2E04}"/>
              </a:ext>
            </a:extLst>
          </p:cNvPr>
          <p:cNvGrpSpPr/>
          <p:nvPr/>
        </p:nvGrpSpPr>
        <p:grpSpPr>
          <a:xfrm>
            <a:off x="803185" y="0"/>
            <a:ext cx="10585629" cy="6858000"/>
            <a:chOff x="803185" y="0"/>
            <a:chExt cx="10585629" cy="6858000"/>
          </a:xfrm>
        </p:grpSpPr>
        <p:cxnSp>
          <p:nvCxnSpPr>
            <p:cNvPr id="15" name="Straight Connector 14">
              <a:extLst>
                <a:ext uri="{FF2B5EF4-FFF2-40B4-BE49-F238E27FC236}">
                  <a16:creationId xmlns:a16="http://schemas.microsoft.com/office/drawing/2014/main" id="{1313FC44-1419-B29C-2719-5D21B5FAB872}"/>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E635384-8C2F-F008-F19F-E7277C4CD824}"/>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F94D592-13C7-2B81-775C-17CEE45C682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AAC0629-36FF-17F3-D1B6-1FFADC425E4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34693569"/>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4292076"/>
            <a:ext cx="3291840" cy="1737355"/>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15340" y="400050"/>
            <a:ext cx="10561320" cy="3602303"/>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b="-17566"/>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663440" y="4292076"/>
            <a:ext cx="6309360" cy="173736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3ECE330D-E58C-4D6F-87CB-0ADC053EF516}" type="datetime1">
              <a:rPr lang="en-US" smtClean="0"/>
              <a:t>3/4/2026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4" name="Straight Connector 3">
            <a:extLst>
              <a:ext uri="{FF2B5EF4-FFF2-40B4-BE49-F238E27FC236}">
                <a16:creationId xmlns:a16="http://schemas.microsoft.com/office/drawing/2014/main" id="{0B41AB78-00EA-C6DB-5859-59235D680038}"/>
              </a:ext>
            </a:extLst>
          </p:cNvPr>
          <p:cNvCxnSpPr>
            <a:cxnSpLocks/>
          </p:cNvCxnSpPr>
          <p:nvPr/>
        </p:nvCxnSpPr>
        <p:spPr>
          <a:xfrm>
            <a:off x="803185" y="4018394"/>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E402F3EE-5A8F-A913-E4A4-DE5F2B1F2E2B}"/>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AFB51874-0819-129D-10E6-493F10681A3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DDD5B01-D5A3-844C-1227-68F4BC230716}"/>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2B9A768-047B-4797-F4FA-1949EC09586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5CE28C1-4A24-5039-21A3-CAB1FFE878C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6843315"/>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3291840" cy="1737360"/>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663440" y="786384"/>
            <a:ext cx="6309360" cy="173736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0255FBD2-735E-C257-607E-CB2F585DBBEE}"/>
              </a:ext>
            </a:extLst>
          </p:cNvPr>
          <p:cNvSpPr>
            <a:spLocks noGrp="1"/>
          </p:cNvSpPr>
          <p:nvPr>
            <p:ph type="pic" sz="quarter" idx="15" hasCustomPrompt="1"/>
          </p:nvPr>
        </p:nvSpPr>
        <p:spPr>
          <a:xfrm>
            <a:off x="815340" y="2831629"/>
            <a:ext cx="10561320" cy="3602303"/>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b="-17566"/>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10CBDE9E-F3D4-4B19-8A53-22190533DBA9}" type="datetime1">
              <a:rPr lang="en-US" smtClean="0"/>
              <a:t>3/4/2026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4" name="Straight Connector 3">
            <a:extLst>
              <a:ext uri="{FF2B5EF4-FFF2-40B4-BE49-F238E27FC236}">
                <a16:creationId xmlns:a16="http://schemas.microsoft.com/office/drawing/2014/main" id="{0B41AB78-00EA-C6DB-5859-59235D680038}"/>
              </a:ext>
            </a:extLst>
          </p:cNvPr>
          <p:cNvCxnSpPr>
            <a:cxnSpLocks/>
          </p:cNvCxnSpPr>
          <p:nvPr/>
        </p:nvCxnSpPr>
        <p:spPr>
          <a:xfrm>
            <a:off x="803185" y="2802870"/>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E402F3EE-5A8F-A913-E4A4-DE5F2B1F2E2B}"/>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AFB51874-0819-129D-10E6-493F10681A3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DDD5B01-D5A3-844C-1227-68F4BC230716}"/>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2B9A768-047B-4797-F4FA-1949EC09586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5CE28C1-4A24-5039-21A3-CAB1FFE878C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62788986"/>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0" y="786385"/>
            <a:ext cx="3291840" cy="1499615"/>
          </a:xfrm>
        </p:spPr>
        <p:txBody>
          <a:bodyPr anchor="b">
            <a:normAutofit/>
          </a:bodyPr>
          <a:lstStyle>
            <a:lvl1pPr>
              <a:defRPr sz="3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4354FEC1-7004-7D66-39C0-5B3A0B2E4669}"/>
              </a:ext>
            </a:extLst>
          </p:cNvPr>
          <p:cNvSpPr>
            <a:spLocks noGrp="1"/>
          </p:cNvSpPr>
          <p:nvPr>
            <p:ph type="ftr" sz="quarter" idx="16"/>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4673" y="400050"/>
            <a:ext cx="6452176" cy="6052952"/>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39" t="38" r="-126"/>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0960" y="2468880"/>
            <a:ext cx="3291840" cy="3549735"/>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BFF019D-CA37-05FF-D534-08FDF17D319F}"/>
              </a:ext>
            </a:extLst>
          </p:cNvPr>
          <p:cNvSpPr>
            <a:spLocks noGrp="1"/>
          </p:cNvSpPr>
          <p:nvPr>
            <p:ph type="dt" sz="half" idx="15"/>
          </p:nvPr>
        </p:nvSpPr>
        <p:spPr/>
        <p:txBody>
          <a:bodyPr/>
          <a:lstStyle>
            <a:lvl1pPr>
              <a:defRPr>
                <a:solidFill>
                  <a:schemeClr val="tx1"/>
                </a:solidFill>
              </a:defRPr>
            </a:lvl1pPr>
          </a:lstStyle>
          <a:p>
            <a:fld id="{676E3DFD-9373-4D4B-850F-63D341DA0F43}" type="datetime1">
              <a:rPr lang="en-US" smtClean="0"/>
              <a:t>3/4/2026</a:t>
            </a:fld>
            <a:endParaRPr lang="en-US" dirty="0"/>
          </a:p>
        </p:txBody>
      </p:sp>
      <p:sp>
        <p:nvSpPr>
          <p:cNvPr id="6" name="Slide Number Placeholder 5">
            <a:extLst>
              <a:ext uri="{FF2B5EF4-FFF2-40B4-BE49-F238E27FC236}">
                <a16:creationId xmlns:a16="http://schemas.microsoft.com/office/drawing/2014/main" id="{33C82A8A-3017-C293-CAA4-79DAC74143E1}"/>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49BCF003-D6AC-D9E0-C254-602FAE60278B}"/>
              </a:ext>
            </a:extLst>
          </p:cNvPr>
          <p:cNvCxnSpPr/>
          <p:nvPr/>
        </p:nvCxnSpPr>
        <p:spPr>
          <a:xfrm>
            <a:off x="7267016"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980CB927-6193-3B14-8326-BBA8970C4F38}"/>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0BDFF263-1BF6-293B-B046-2941778BCA54}"/>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DA48FB5-B732-D35D-2F75-840EFFCA6EF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64D5118-DFE8-485E-6BE3-B042C0129B0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C779D56-9125-9DD5-D919-9FBC4DE4C9C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38883024"/>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10492" y="790302"/>
            <a:ext cx="3291840" cy="1499616"/>
          </a:xfrm>
        </p:spPr>
        <p:txBody>
          <a:bodyPr anchor="b">
            <a:normAutofit/>
          </a:bodyPr>
          <a:lstStyle>
            <a:lvl1pPr>
              <a:defRPr sz="320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72F358B6-BD90-E536-E301-EAF518F93DDB}"/>
              </a:ext>
            </a:extLst>
          </p:cNvPr>
          <p:cNvSpPr>
            <a:spLocks noGrp="1"/>
          </p:cNvSpPr>
          <p:nvPr>
            <p:ph type="ftr" sz="quarter" idx="16"/>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207008" y="2468880"/>
            <a:ext cx="3291840" cy="3547872"/>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925692" y="402336"/>
            <a:ext cx="6455664"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271" t="1" r="-2" b="1"/>
            </a:stretch>
          </a:blipFill>
        </p:spPr>
        <p:txBody>
          <a:bodyPr/>
          <a:lstStyle>
            <a:lvl1pPr marL="0" indent="0">
              <a:buNone/>
              <a:defRPr/>
            </a:lvl1pPr>
          </a:lstStyle>
          <a:p>
            <a:r>
              <a:rPr lang="en-US" dirty="0"/>
              <a:t> </a:t>
            </a:r>
          </a:p>
        </p:txBody>
      </p:sp>
      <p:sp>
        <p:nvSpPr>
          <p:cNvPr id="3" name="Date Placeholder 2">
            <a:extLst>
              <a:ext uri="{FF2B5EF4-FFF2-40B4-BE49-F238E27FC236}">
                <a16:creationId xmlns:a16="http://schemas.microsoft.com/office/drawing/2014/main" id="{4F65757A-4818-B0C9-F86A-A70480EA9B0B}"/>
              </a:ext>
            </a:extLst>
          </p:cNvPr>
          <p:cNvSpPr>
            <a:spLocks noGrp="1"/>
          </p:cNvSpPr>
          <p:nvPr>
            <p:ph type="dt" sz="half" idx="15"/>
          </p:nvPr>
        </p:nvSpPr>
        <p:spPr/>
        <p:txBody>
          <a:bodyPr/>
          <a:lstStyle>
            <a:lvl1pPr>
              <a:defRPr>
                <a:solidFill>
                  <a:schemeClr val="tx1"/>
                </a:solidFill>
              </a:defRPr>
            </a:lvl1pPr>
          </a:lstStyle>
          <a:p>
            <a:fld id="{90372CCE-8ACD-4161-8346-DACD1EF5A0E1}" type="datetime1">
              <a:rPr lang="en-US" smtClean="0"/>
              <a:t>3/4/2026</a:t>
            </a:fld>
            <a:endParaRPr lang="en-US" dirty="0"/>
          </a:p>
        </p:txBody>
      </p:sp>
      <p:sp>
        <p:nvSpPr>
          <p:cNvPr id="9" name="Slide Number Placeholder 8">
            <a:extLst>
              <a:ext uri="{FF2B5EF4-FFF2-40B4-BE49-F238E27FC236}">
                <a16:creationId xmlns:a16="http://schemas.microsoft.com/office/drawing/2014/main" id="{BF0B5840-4614-F082-0EE8-166E877279E1}"/>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2" name="Straight Connector 11">
            <a:extLst>
              <a:ext uri="{FF2B5EF4-FFF2-40B4-BE49-F238E27FC236}">
                <a16:creationId xmlns:a16="http://schemas.microsoft.com/office/drawing/2014/main" id="{53BE0255-54E9-B23E-623C-F5C3D5397CDC}"/>
              </a:ext>
            </a:extLst>
          </p:cNvPr>
          <p:cNvCxnSpPr/>
          <p:nvPr/>
        </p:nvCxnSpPr>
        <p:spPr>
          <a:xfrm>
            <a:off x="4911667"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7B048E29-F249-FCD5-75C6-EF3AD5392084}"/>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EB581520-7C65-58B5-6A72-4A87A2886B4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6D33EF2-FCD9-64BB-D5BD-71A6C1A0BCAF}"/>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74CC74B-22E1-1F2A-8B43-52BB3A2671A2}"/>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133C6DA-321C-7253-1FDF-F238DBFA8DAF}"/>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42167749"/>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7">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7" y="786384"/>
            <a:ext cx="5456295" cy="1005840"/>
          </a:xfrm>
        </p:spPr>
        <p:txBody>
          <a:bodyPr anchor="b">
            <a:noAutofit/>
          </a:bodyPr>
          <a:lstStyle>
            <a:lvl1pPr>
              <a:defRPr sz="3200">
                <a:solidFill>
                  <a:schemeClr val="tx1"/>
                </a:solidFill>
              </a:defRPr>
            </a:lvl1pPr>
          </a:lstStyle>
          <a:p>
            <a:r>
              <a:rPr lang="en-US"/>
              <a:t>Click to edit Master title style</a:t>
            </a:r>
            <a:endParaRPr lang="en-US" dirty="0"/>
          </a:p>
        </p:txBody>
      </p:sp>
      <p:sp>
        <p:nvSpPr>
          <p:cNvPr id="10" name="Footer Placeholder 9">
            <a:extLst>
              <a:ext uri="{FF2B5EF4-FFF2-40B4-BE49-F238E27FC236}">
                <a16:creationId xmlns:a16="http://schemas.microsoft.com/office/drawing/2014/main" id="{39D9456A-3FB8-5960-7F55-D6B686CFFC7B}"/>
              </a:ext>
            </a:extLst>
          </p:cNvPr>
          <p:cNvSpPr>
            <a:spLocks noGrp="1"/>
          </p:cNvSpPr>
          <p:nvPr>
            <p:ph type="ftr" sz="quarter" idx="16"/>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207007" y="1920240"/>
            <a:ext cx="5456295"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078133" y="402336"/>
            <a:ext cx="4307415"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549" r="-1547"/>
            </a:stretch>
          </a:blipFill>
        </p:spPr>
        <p:txBody>
          <a:bodyPr/>
          <a:lstStyle>
            <a:lvl1pPr marL="0" indent="0">
              <a:buNone/>
              <a:defRPr/>
            </a:lvl1pPr>
          </a:lstStyle>
          <a:p>
            <a:r>
              <a:rPr lang="en-US" dirty="0"/>
              <a:t> </a:t>
            </a:r>
          </a:p>
        </p:txBody>
      </p:sp>
      <p:sp>
        <p:nvSpPr>
          <p:cNvPr id="9" name="Date Placeholder 8">
            <a:extLst>
              <a:ext uri="{FF2B5EF4-FFF2-40B4-BE49-F238E27FC236}">
                <a16:creationId xmlns:a16="http://schemas.microsoft.com/office/drawing/2014/main" id="{C242EA1D-81E7-620D-1BD8-6D18329BD220}"/>
              </a:ext>
            </a:extLst>
          </p:cNvPr>
          <p:cNvSpPr>
            <a:spLocks noGrp="1"/>
          </p:cNvSpPr>
          <p:nvPr>
            <p:ph type="dt" sz="half" idx="15"/>
          </p:nvPr>
        </p:nvSpPr>
        <p:spPr/>
        <p:txBody>
          <a:bodyPr/>
          <a:lstStyle>
            <a:lvl1pPr>
              <a:defRPr>
                <a:solidFill>
                  <a:schemeClr val="tx1"/>
                </a:solidFill>
              </a:defRPr>
            </a:lvl1pPr>
          </a:lstStyle>
          <a:p>
            <a:fld id="{D02DC4B6-A5C7-4299-BE6B-389F940BF10A}" type="datetime1">
              <a:rPr lang="en-US" smtClean="0"/>
              <a:t>3/4/2026</a:t>
            </a:fld>
            <a:endParaRPr lang="en-US" dirty="0"/>
          </a:p>
        </p:txBody>
      </p:sp>
      <p:sp>
        <p:nvSpPr>
          <p:cNvPr id="12" name="Slide Number Placeholder 11">
            <a:extLst>
              <a:ext uri="{FF2B5EF4-FFF2-40B4-BE49-F238E27FC236}">
                <a16:creationId xmlns:a16="http://schemas.microsoft.com/office/drawing/2014/main" id="{C81505A7-ADCB-6529-BE02-48BD8F2CFD0A}"/>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3" name="Straight Connector 12">
            <a:extLst>
              <a:ext uri="{FF2B5EF4-FFF2-40B4-BE49-F238E27FC236}">
                <a16:creationId xmlns:a16="http://schemas.microsoft.com/office/drawing/2014/main" id="{40A70D03-884A-50D9-2A83-C93ADDD49A38}"/>
              </a:ext>
            </a:extLst>
          </p:cNvPr>
          <p:cNvCxnSpPr/>
          <p:nvPr/>
        </p:nvCxnSpPr>
        <p:spPr>
          <a:xfrm>
            <a:off x="705444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69C2927C-12EE-49B3-DF99-04A869F1E12B}"/>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D0EFC1CE-B3AD-ED82-4797-595D2898220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42A2DBA-4EA6-1D56-360C-A2123A287B6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281C874-21DE-792C-9FEE-BF48EECBBC6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86A35DD-6C6E-B96F-0038-DD2CD2777923}"/>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15732987"/>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8">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77840" y="786384"/>
            <a:ext cx="5394960" cy="1005840"/>
          </a:xfrm>
        </p:spPr>
        <p:txBody>
          <a:bodyPr anchor="b"/>
          <a:lstStyle>
            <a:lvl1pPr>
              <a:defRPr sz="320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46626D65-1470-5355-C0AB-4C755AE36464}"/>
              </a:ext>
            </a:extLst>
          </p:cNvPr>
          <p:cNvSpPr>
            <a:spLocks noGrp="1"/>
          </p:cNvSpPr>
          <p:nvPr>
            <p:ph type="ftr" sz="quarter" idx="16"/>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15" name="Picture Placeholder 10">
            <a:extLst>
              <a:ext uri="{FF2B5EF4-FFF2-40B4-BE49-F238E27FC236}">
                <a16:creationId xmlns:a16="http://schemas.microsoft.com/office/drawing/2014/main" id="{26947C16-472E-02E4-EE92-74FC49AB3821}"/>
              </a:ext>
            </a:extLst>
          </p:cNvPr>
          <p:cNvSpPr>
            <a:spLocks noGrp="1"/>
          </p:cNvSpPr>
          <p:nvPr>
            <p:ph type="pic" sz="quarter" idx="13" hasCustomPrompt="1"/>
          </p:nvPr>
        </p:nvSpPr>
        <p:spPr>
          <a:xfrm>
            <a:off x="801700" y="402336"/>
            <a:ext cx="4382592"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23" t="151" r="-225" b="-151"/>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577840" y="1920240"/>
            <a:ext cx="539496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A103F24-F909-9BD0-1CE0-3AFA9296B696}"/>
              </a:ext>
            </a:extLst>
          </p:cNvPr>
          <p:cNvSpPr>
            <a:spLocks noGrp="1"/>
          </p:cNvSpPr>
          <p:nvPr>
            <p:ph type="dt" sz="half" idx="15"/>
          </p:nvPr>
        </p:nvSpPr>
        <p:spPr/>
        <p:txBody>
          <a:bodyPr/>
          <a:lstStyle>
            <a:lvl1pPr>
              <a:defRPr>
                <a:solidFill>
                  <a:schemeClr val="tx1"/>
                </a:solidFill>
              </a:defRPr>
            </a:lvl1pPr>
          </a:lstStyle>
          <a:p>
            <a:fld id="{079A547C-B58D-4D18-BEA3-0C0DB6BD3221}" type="datetime1">
              <a:rPr lang="en-US" smtClean="0"/>
              <a:t>3/4/2026</a:t>
            </a:fld>
            <a:endParaRPr lang="en-US" dirty="0"/>
          </a:p>
        </p:txBody>
      </p:sp>
      <p:sp>
        <p:nvSpPr>
          <p:cNvPr id="9" name="Slide Number Placeholder 8">
            <a:extLst>
              <a:ext uri="{FF2B5EF4-FFF2-40B4-BE49-F238E27FC236}">
                <a16:creationId xmlns:a16="http://schemas.microsoft.com/office/drawing/2014/main" id="{BD147767-378C-917C-1CEA-C28D4F2BD421}"/>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4" name="Straight Connector 13">
            <a:extLst>
              <a:ext uri="{FF2B5EF4-FFF2-40B4-BE49-F238E27FC236}">
                <a16:creationId xmlns:a16="http://schemas.microsoft.com/office/drawing/2014/main" id="{FFB8D92F-DD5D-21B4-7D10-80457CCEDEC0}"/>
              </a:ext>
            </a:extLst>
          </p:cNvPr>
          <p:cNvCxnSpPr/>
          <p:nvPr/>
        </p:nvCxnSpPr>
        <p:spPr>
          <a:xfrm>
            <a:off x="5185777"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63C3FE30-EF8F-C27D-E8AB-BB565902B9FB}"/>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BDB333B6-9BB2-24CF-B636-1E04F141121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9F5CADF-5A1B-0BEC-D60A-C6D3AF70F25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85755C8-3D3B-E5E6-1F70-528A7BCA65A3}"/>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E6F374D-A3D9-FD1D-A133-794607CFD75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80648138"/>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9">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3749040"/>
            <a:ext cx="2834640" cy="2286000"/>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14" name="Picture Placeholder 10">
            <a:extLst>
              <a:ext uri="{FF2B5EF4-FFF2-40B4-BE49-F238E27FC236}">
                <a16:creationId xmlns:a16="http://schemas.microsoft.com/office/drawing/2014/main" id="{C31E5265-51B9-0DA3-10B4-945EE4951744}"/>
              </a:ext>
            </a:extLst>
          </p:cNvPr>
          <p:cNvSpPr>
            <a:spLocks noGrp="1"/>
          </p:cNvSpPr>
          <p:nvPr>
            <p:ph type="pic" sz="quarter" idx="13" hasCustomPrompt="1"/>
          </p:nvPr>
        </p:nvSpPr>
        <p:spPr>
          <a:xfrm>
            <a:off x="815340" y="406401"/>
            <a:ext cx="10561320" cy="2987416"/>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442"/>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14800" y="3749040"/>
            <a:ext cx="6858000" cy="228600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6168D35D-CEAF-4137-A955-9C5E00AC9944}" type="datetime1">
              <a:rPr lang="en-US" smtClean="0"/>
              <a:t>3/4/2026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4" name="Straight Connector 3">
            <a:extLst>
              <a:ext uri="{FF2B5EF4-FFF2-40B4-BE49-F238E27FC236}">
                <a16:creationId xmlns:a16="http://schemas.microsoft.com/office/drawing/2014/main" id="{E87DF89E-6618-A2A2-BC84-986CED89FCC1}"/>
              </a:ext>
            </a:extLst>
          </p:cNvPr>
          <p:cNvCxnSpPr>
            <a:cxnSpLocks/>
          </p:cNvCxnSpPr>
          <p:nvPr/>
        </p:nvCxnSpPr>
        <p:spPr>
          <a:xfrm>
            <a:off x="803185" y="3412227"/>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1A396D86-8A66-3FA9-3546-3A1F85779074}"/>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7D844445-C27C-0A5B-2D4A-490DC1664AD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629BDA0-67DC-312E-1148-3B3D607358C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B6FA474-6534-5F04-1B35-0A8CB67144C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C3F2445-DE75-8F1D-AF29-50897C3A8D1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14731708"/>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0">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2834640" cy="2194560"/>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4C41AE8B-FC59-39B1-281C-D38D03D05BCD}"/>
              </a:ext>
            </a:extLst>
          </p:cNvPr>
          <p:cNvSpPr>
            <a:spLocks noGrp="1"/>
          </p:cNvSpPr>
          <p:nvPr>
            <p:ph type="ftr" sz="quarter" idx="16"/>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14800" y="786384"/>
            <a:ext cx="6858000" cy="219456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15340" y="3461829"/>
            <a:ext cx="10561320" cy="2987416"/>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628" b="-1"/>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FAAB489A-1FCE-1E30-E1BC-2F89D0AEA64A}"/>
              </a:ext>
            </a:extLst>
          </p:cNvPr>
          <p:cNvSpPr>
            <a:spLocks noGrp="1"/>
          </p:cNvSpPr>
          <p:nvPr>
            <p:ph type="dt" sz="half" idx="15"/>
          </p:nvPr>
        </p:nvSpPr>
        <p:spPr/>
        <p:txBody>
          <a:bodyPr/>
          <a:lstStyle>
            <a:lvl1pPr>
              <a:defRPr>
                <a:solidFill>
                  <a:schemeClr val="tx1"/>
                </a:solidFill>
              </a:defRPr>
            </a:lvl1pPr>
          </a:lstStyle>
          <a:p>
            <a:fld id="{AF91EA9C-EC16-43EE-A29B-062A230E37BE}" type="datetime1">
              <a:rPr lang="en-US" smtClean="0"/>
              <a:t>3/4/2026</a:t>
            </a:fld>
            <a:endParaRPr lang="en-US" dirty="0"/>
          </a:p>
        </p:txBody>
      </p:sp>
      <p:sp>
        <p:nvSpPr>
          <p:cNvPr id="10" name="Slide Number Placeholder 9">
            <a:extLst>
              <a:ext uri="{FF2B5EF4-FFF2-40B4-BE49-F238E27FC236}">
                <a16:creationId xmlns:a16="http://schemas.microsoft.com/office/drawing/2014/main" id="{8E037D5D-163A-01CE-9AE6-33821E23DCC5}"/>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400730B6-4EF5-7F9C-E6DB-635C947CFEE3}"/>
              </a:ext>
            </a:extLst>
          </p:cNvPr>
          <p:cNvCxnSpPr>
            <a:cxnSpLocks/>
          </p:cNvCxnSpPr>
          <p:nvPr/>
        </p:nvCxnSpPr>
        <p:spPr>
          <a:xfrm>
            <a:off x="803185" y="3443041"/>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91AE5A9-CF62-A508-3C2C-E3BE594AC2D0}"/>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ECCEFB20-F364-CF05-360F-6CC5D88ACC5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1BD6A10-DA26-A78C-A5C9-6E848476002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879492A-67D3-53D1-F50F-DBC8A33D2459}"/>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72D47D6-60C0-53E4-BD56-F71C892CDD54}"/>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05723160"/>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786384"/>
            <a:ext cx="5669280" cy="914400"/>
          </a:xfrm>
        </p:spPr>
        <p:txBody>
          <a:bodyPr anchor="b">
            <a:noAutofit/>
          </a:bodyPr>
          <a:lstStyle>
            <a:lvl1pPr>
              <a:defRPr sz="320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AD0F53A5-B7B2-D195-CE9A-F93E7073A7FF}"/>
              </a:ext>
            </a:extLst>
          </p:cNvPr>
          <p:cNvSpPr>
            <a:spLocks noGrp="1"/>
          </p:cNvSpPr>
          <p:nvPr>
            <p:ph type="ftr" sz="quarter" idx="16"/>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5544" y="400051"/>
            <a:ext cx="4098966" cy="6052952"/>
          </a:xfrm>
          <a:blipFill dpi="0" rotWithShape="1">
            <a:blip r:embed="rId2">
              <a:alphaModFix amt="25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 r="-527"/>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303520" y="1828800"/>
            <a:ext cx="566928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60DA056-F89A-AE3C-C34A-38BEC586914B}"/>
              </a:ext>
            </a:extLst>
          </p:cNvPr>
          <p:cNvSpPr>
            <a:spLocks noGrp="1"/>
          </p:cNvSpPr>
          <p:nvPr>
            <p:ph type="dt" sz="half" idx="15"/>
          </p:nvPr>
        </p:nvSpPr>
        <p:spPr/>
        <p:txBody>
          <a:bodyPr/>
          <a:lstStyle>
            <a:lvl1pPr>
              <a:defRPr>
                <a:solidFill>
                  <a:schemeClr val="tx1"/>
                </a:solidFill>
              </a:defRPr>
            </a:lvl1pPr>
          </a:lstStyle>
          <a:p>
            <a:fld id="{5E86C7AF-36E7-4A52-B4F7-734BAFD8A4CC}" type="datetime1">
              <a:rPr lang="en-US" smtClean="0"/>
              <a:t>3/4/2026</a:t>
            </a:fld>
            <a:endParaRPr lang="en-US" dirty="0"/>
          </a:p>
        </p:txBody>
      </p:sp>
      <p:sp>
        <p:nvSpPr>
          <p:cNvPr id="10" name="Slide Number Placeholder 9">
            <a:extLst>
              <a:ext uri="{FF2B5EF4-FFF2-40B4-BE49-F238E27FC236}">
                <a16:creationId xmlns:a16="http://schemas.microsoft.com/office/drawing/2014/main" id="{BCEB9FDE-D96C-0906-A793-822DD355B400}"/>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3" name="Straight Connector 12">
            <a:extLst>
              <a:ext uri="{FF2B5EF4-FFF2-40B4-BE49-F238E27FC236}">
                <a16:creationId xmlns:a16="http://schemas.microsoft.com/office/drawing/2014/main" id="{60DB4CF5-18AD-6BFC-8AA3-4292C4318D77}"/>
              </a:ext>
            </a:extLst>
          </p:cNvPr>
          <p:cNvCxnSpPr>
            <a:cxnSpLocks/>
          </p:cNvCxnSpPr>
          <p:nvPr/>
        </p:nvCxnSpPr>
        <p:spPr>
          <a:xfrm>
            <a:off x="491210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2AFAE229-30B5-59F6-95B3-5A0028AA9FD0}"/>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BF9983B3-9D4B-C7C3-42B6-FC4112EDA17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9FE12F5-E33A-8435-EC5D-4056ACEF775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30088E3-D111-48BB-2932-C12F38A348E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419E4F3-5171-B07A-3705-6FF5F7EC506B}"/>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8789634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5669280" cy="914400"/>
          </a:xfrm>
        </p:spPr>
        <p:txBody>
          <a:bodyPr anchor="b"/>
          <a:lstStyle>
            <a:lvl1pPr>
              <a:defRPr sz="320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0169C89B-17A4-F382-1720-170DCCD7B6E7}"/>
              </a:ext>
            </a:extLst>
          </p:cNvPr>
          <p:cNvSpPr>
            <a:spLocks noGrp="1"/>
          </p:cNvSpPr>
          <p:nvPr>
            <p:ph type="ftr" sz="quarter" idx="16"/>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207008" y="1828800"/>
            <a:ext cx="566928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0">
            <a:extLst>
              <a:ext uri="{FF2B5EF4-FFF2-40B4-BE49-F238E27FC236}">
                <a16:creationId xmlns:a16="http://schemas.microsoft.com/office/drawing/2014/main" id="{226A60F8-6BFE-EE58-8E8B-8E42FCDABF08}"/>
              </a:ext>
            </a:extLst>
          </p:cNvPr>
          <p:cNvSpPr>
            <a:spLocks noGrp="1"/>
          </p:cNvSpPr>
          <p:nvPr>
            <p:ph type="pic" sz="quarter" idx="13" hasCustomPrompt="1"/>
          </p:nvPr>
        </p:nvSpPr>
        <p:spPr>
          <a:xfrm>
            <a:off x="7280239" y="400051"/>
            <a:ext cx="4098966" cy="6052952"/>
          </a:xfrm>
          <a:blipFill dpi="0" rotWithShape="1">
            <a:blip r:embed="rId2">
              <a:alphaModFix amt="25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r="-198"/>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06658DE0-8FDC-961F-A73B-ED321A160D7A}"/>
              </a:ext>
            </a:extLst>
          </p:cNvPr>
          <p:cNvSpPr>
            <a:spLocks noGrp="1"/>
          </p:cNvSpPr>
          <p:nvPr>
            <p:ph type="dt" sz="half" idx="15"/>
          </p:nvPr>
        </p:nvSpPr>
        <p:spPr/>
        <p:txBody>
          <a:bodyPr/>
          <a:lstStyle>
            <a:lvl1pPr>
              <a:defRPr>
                <a:solidFill>
                  <a:schemeClr val="tx1"/>
                </a:solidFill>
              </a:defRPr>
            </a:lvl1pPr>
          </a:lstStyle>
          <a:p>
            <a:fld id="{A59F9EED-93FB-47F3-9562-1436657BF9C0}" type="datetime1">
              <a:rPr lang="en-US" smtClean="0"/>
              <a:t>3/4/2026</a:t>
            </a:fld>
            <a:endParaRPr lang="en-US" dirty="0"/>
          </a:p>
        </p:txBody>
      </p:sp>
      <p:sp>
        <p:nvSpPr>
          <p:cNvPr id="10" name="Slide Number Placeholder 9">
            <a:extLst>
              <a:ext uri="{FF2B5EF4-FFF2-40B4-BE49-F238E27FC236}">
                <a16:creationId xmlns:a16="http://schemas.microsoft.com/office/drawing/2014/main" id="{CE6F948F-9E87-C016-444D-D9F266B8C983}"/>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2" name="Straight Connector 11">
            <a:extLst>
              <a:ext uri="{FF2B5EF4-FFF2-40B4-BE49-F238E27FC236}">
                <a16:creationId xmlns:a16="http://schemas.microsoft.com/office/drawing/2014/main" id="{2342AE50-E725-8CC9-C210-91ADF8C0F6FE}"/>
              </a:ext>
            </a:extLst>
          </p:cNvPr>
          <p:cNvCxnSpPr/>
          <p:nvPr/>
        </p:nvCxnSpPr>
        <p:spPr>
          <a:xfrm>
            <a:off x="7258461"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CFCB2DB0-8C6B-DBBA-F594-AC4F2954C424}"/>
              </a:ext>
            </a:extLst>
          </p:cNvPr>
          <p:cNvGrpSpPr/>
          <p:nvPr/>
        </p:nvGrpSpPr>
        <p:grpSpPr>
          <a:xfrm>
            <a:off x="803185" y="0"/>
            <a:ext cx="10585629" cy="6858000"/>
            <a:chOff x="803185" y="0"/>
            <a:chExt cx="10585629" cy="6858000"/>
          </a:xfrm>
        </p:grpSpPr>
        <p:cxnSp>
          <p:nvCxnSpPr>
            <p:cNvPr id="5" name="Straight Connector 4">
              <a:extLst>
                <a:ext uri="{FF2B5EF4-FFF2-40B4-BE49-F238E27FC236}">
                  <a16:creationId xmlns:a16="http://schemas.microsoft.com/office/drawing/2014/main" id="{1DB4D22E-4E74-6984-AF14-681AA8D9125F}"/>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0E9A215-4EBA-4F98-1C96-43269B57F2F8}"/>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DB5B197-9DE8-9BBC-A47D-F378F717E43A}"/>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B835935-392C-76CA-C57F-44990EBEB04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61884961"/>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9784080" cy="640080"/>
          </a:xfrm>
        </p:spPr>
        <p:txBody>
          <a:bodyPr anchor="t" anchorCtr="0">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07009" y="1645921"/>
            <a:ext cx="4777774" cy="440031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0" t="120" b="-8976"/>
            </a:stretch>
          </a:blipFill>
          <a:ln w="635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400800" y="1645920"/>
            <a:ext cx="4572000" cy="45720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4F2821E9-9F8C-4BDA-BDAE-826252E0F21A}" type="datetime1">
              <a:rPr lang="en-US" smtClean="0"/>
              <a:t>3/4/2026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F81DBAD0-D07B-A74F-6666-CA41ADD20C7F}"/>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33FDF152-974F-A342-D2EF-E16DCAC7FECE}"/>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22D320-6A18-F2A0-9B5F-6D2CCFD3C85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3E0112F-DFB9-2DAB-0FC6-60936EBCA118}"/>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4576E3A-B8F0-5B5D-66BC-71D6BDE8606A}"/>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5444089"/>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9784080" cy="640080"/>
          </a:xfrm>
        </p:spPr>
        <p:txBody>
          <a:bodyPr anchor="t" anchorCtr="0"/>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07008" y="1645920"/>
            <a:ext cx="5987920" cy="4400319"/>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3" t="5" r="302" b="-8984"/>
            </a:stretch>
          </a:blipFill>
          <a:ln w="635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592654" y="1645920"/>
            <a:ext cx="3380146" cy="438912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A80AD10E-AA22-4A1A-88F6-F4B2C3E6FE7A}" type="datetime1">
              <a:rPr lang="en-US" smtClean="0"/>
              <a:t>3/4/2026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F81DBAD0-D07B-A74F-6666-CA41ADD20C7F}"/>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33FDF152-974F-A342-D2EF-E16DCAC7FECE}"/>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22D320-6A18-F2A0-9B5F-6D2CCFD3C85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3E0112F-DFB9-2DAB-0FC6-60936EBCA118}"/>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4576E3A-B8F0-5B5D-66BC-71D6BDE8606A}"/>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02486007"/>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9784080" cy="640080"/>
          </a:xfrm>
        </p:spPr>
        <p:txBody>
          <a:bodyPr anchor="t" anchorCtr="0">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1207008" y="1645920"/>
            <a:ext cx="4572000" cy="45720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0">
            <a:extLst>
              <a:ext uri="{FF2B5EF4-FFF2-40B4-BE49-F238E27FC236}">
                <a16:creationId xmlns:a16="http://schemas.microsoft.com/office/drawing/2014/main" id="{D69BDBE1-5F80-669A-1B59-BD1E8D2515C2}"/>
              </a:ext>
            </a:extLst>
          </p:cNvPr>
          <p:cNvSpPr>
            <a:spLocks noGrp="1"/>
          </p:cNvSpPr>
          <p:nvPr>
            <p:ph type="pic" sz="quarter" idx="13" hasCustomPrompt="1"/>
          </p:nvPr>
        </p:nvSpPr>
        <p:spPr>
          <a:xfrm>
            <a:off x="6211963" y="1645921"/>
            <a:ext cx="4777774" cy="440031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0" t="-4" r="100" b="-8973"/>
            </a:stretch>
          </a:blipFill>
          <a:ln w="6350">
            <a:solidFill>
              <a:schemeClr val="tx1"/>
            </a:solidFill>
          </a:ln>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D5C57D5A-EE81-4EB8-9DAF-ABC5A6DD5008}" type="datetime1">
              <a:rPr lang="en-US" smtClean="0"/>
              <a:t>3/4/2026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F81DBAD0-D07B-A74F-6666-CA41ADD20C7F}"/>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33FDF152-974F-A342-D2EF-E16DCAC7FECE}"/>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22D320-6A18-F2A0-9B5F-6D2CCFD3C85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3E0112F-DFB9-2DAB-0FC6-60936EBCA118}"/>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4576E3A-B8F0-5B5D-66BC-71D6BDE8606A}"/>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64374024"/>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6">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09388" y="786385"/>
            <a:ext cx="7772400" cy="914400"/>
          </a:xfrm>
        </p:spPr>
        <p:txBody>
          <a:bodyPr anchor="b">
            <a:normAutofit/>
          </a:bodyPr>
          <a:lstStyle>
            <a:lvl1pPr>
              <a:defRPr sz="3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6072A0CE-6B73-A9EE-CD61-DA01E0E315AD}"/>
              </a:ext>
            </a:extLst>
          </p:cNvPr>
          <p:cNvSpPr>
            <a:spLocks noGrp="1"/>
          </p:cNvSpPr>
          <p:nvPr>
            <p:ph type="ftr" sz="quarter" idx="16"/>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4673" y="393289"/>
            <a:ext cx="2084255" cy="6051054"/>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91" t="148" r="-487" b="-1"/>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3209388" y="1828800"/>
            <a:ext cx="777240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ADE48AFF-3397-202B-9BA6-6E2E52FB96B4}"/>
              </a:ext>
            </a:extLst>
          </p:cNvPr>
          <p:cNvSpPr>
            <a:spLocks noGrp="1"/>
          </p:cNvSpPr>
          <p:nvPr>
            <p:ph type="dt" sz="half" idx="15"/>
          </p:nvPr>
        </p:nvSpPr>
        <p:spPr/>
        <p:txBody>
          <a:bodyPr/>
          <a:lstStyle>
            <a:lvl1pPr>
              <a:defRPr>
                <a:solidFill>
                  <a:schemeClr val="tx1"/>
                </a:solidFill>
              </a:defRPr>
            </a:lvl1pPr>
          </a:lstStyle>
          <a:p>
            <a:fld id="{3CF1C996-E939-49D2-ACF0-1DAA697D4C26}" type="datetime1">
              <a:rPr lang="en-US" smtClean="0"/>
              <a:t>3/4/2026</a:t>
            </a:fld>
            <a:endParaRPr lang="en-US" dirty="0"/>
          </a:p>
        </p:txBody>
      </p:sp>
      <p:sp>
        <p:nvSpPr>
          <p:cNvPr id="6" name="Slide Number Placeholder 5">
            <a:extLst>
              <a:ext uri="{FF2B5EF4-FFF2-40B4-BE49-F238E27FC236}">
                <a16:creationId xmlns:a16="http://schemas.microsoft.com/office/drawing/2014/main" id="{D73641B0-A410-A060-9C4C-10246CEEB003}"/>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6" name="Straight Connector 15">
            <a:extLst>
              <a:ext uri="{FF2B5EF4-FFF2-40B4-BE49-F238E27FC236}">
                <a16:creationId xmlns:a16="http://schemas.microsoft.com/office/drawing/2014/main" id="{4F926A3E-707E-8CA6-DFD9-FDE70CA34896}"/>
              </a:ext>
            </a:extLst>
          </p:cNvPr>
          <p:cNvCxnSpPr>
            <a:cxnSpLocks/>
          </p:cNvCxnSpPr>
          <p:nvPr/>
        </p:nvCxnSpPr>
        <p:spPr>
          <a:xfrm>
            <a:off x="2899086"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05F551DA-7593-8CE8-512A-2CF19A5FEED9}"/>
              </a:ext>
            </a:extLst>
          </p:cNvPr>
          <p:cNvGrpSpPr/>
          <p:nvPr/>
        </p:nvGrpSpPr>
        <p:grpSpPr>
          <a:xfrm>
            <a:off x="803185" y="0"/>
            <a:ext cx="10585629" cy="6858000"/>
            <a:chOff x="803185" y="0"/>
            <a:chExt cx="10585629" cy="6858000"/>
          </a:xfrm>
        </p:grpSpPr>
        <p:cxnSp>
          <p:nvCxnSpPr>
            <p:cNvPr id="7" name="Straight Connector 6">
              <a:extLst>
                <a:ext uri="{FF2B5EF4-FFF2-40B4-BE49-F238E27FC236}">
                  <a16:creationId xmlns:a16="http://schemas.microsoft.com/office/drawing/2014/main" id="{DE1E5FA2-0258-F65F-0046-4F63C680164A}"/>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7C2681D-C958-88C3-4FE4-BD36D597EB7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6A1CB91-86F4-F718-46CE-4C26351E5D6F}"/>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B704D5-99FF-334E-D340-F640FC2846D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17275278"/>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7">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7772400" cy="914400"/>
          </a:xfrm>
        </p:spPr>
        <p:txBody>
          <a:bodyPr anchor="b">
            <a:noAutofit/>
          </a:bodyPr>
          <a:lstStyle>
            <a:lvl1pPr>
              <a:defRPr sz="320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59510D14-6E1B-BEBD-9ECF-6FD664E6D6C0}"/>
              </a:ext>
            </a:extLst>
          </p:cNvPr>
          <p:cNvSpPr>
            <a:spLocks noGrp="1"/>
          </p:cNvSpPr>
          <p:nvPr>
            <p:ph type="ftr" sz="quarter" idx="16"/>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207008" y="1828800"/>
            <a:ext cx="777240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0">
            <a:extLst>
              <a:ext uri="{FF2B5EF4-FFF2-40B4-BE49-F238E27FC236}">
                <a16:creationId xmlns:a16="http://schemas.microsoft.com/office/drawing/2014/main" id="{B0662064-5DE4-D3A3-3200-46801CAA7B41}"/>
              </a:ext>
            </a:extLst>
          </p:cNvPr>
          <p:cNvSpPr>
            <a:spLocks noGrp="1"/>
          </p:cNvSpPr>
          <p:nvPr>
            <p:ph type="pic" sz="quarter" idx="13" hasCustomPrompt="1"/>
          </p:nvPr>
        </p:nvSpPr>
        <p:spPr>
          <a:xfrm>
            <a:off x="9287478" y="393289"/>
            <a:ext cx="2084255" cy="6051054"/>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92" t="148" r="-748" b="-1"/>
            </a:stretch>
          </a:blipFill>
        </p:spPr>
        <p:txBody>
          <a:bodyPr/>
          <a:lstStyle>
            <a:lvl1pPr marL="0" indent="0">
              <a:buNone/>
              <a:defRPr/>
            </a:lvl1pPr>
          </a:lstStyle>
          <a:p>
            <a:r>
              <a:rPr lang="en-US" dirty="0"/>
              <a:t> </a:t>
            </a:r>
          </a:p>
        </p:txBody>
      </p:sp>
      <p:sp>
        <p:nvSpPr>
          <p:cNvPr id="3" name="Date Placeholder 2">
            <a:extLst>
              <a:ext uri="{FF2B5EF4-FFF2-40B4-BE49-F238E27FC236}">
                <a16:creationId xmlns:a16="http://schemas.microsoft.com/office/drawing/2014/main" id="{872CB399-7148-CC45-1784-53BEB8322750}"/>
              </a:ext>
            </a:extLst>
          </p:cNvPr>
          <p:cNvSpPr>
            <a:spLocks noGrp="1"/>
          </p:cNvSpPr>
          <p:nvPr>
            <p:ph type="dt" sz="half" idx="15"/>
          </p:nvPr>
        </p:nvSpPr>
        <p:spPr/>
        <p:txBody>
          <a:bodyPr/>
          <a:lstStyle>
            <a:lvl1pPr>
              <a:defRPr>
                <a:solidFill>
                  <a:schemeClr val="tx1"/>
                </a:solidFill>
              </a:defRPr>
            </a:lvl1pPr>
          </a:lstStyle>
          <a:p>
            <a:fld id="{BC634302-EDB4-4C38-AE4F-99E11593A1F0}" type="datetime1">
              <a:rPr lang="en-US" smtClean="0"/>
              <a:t>3/4/2026</a:t>
            </a:fld>
            <a:endParaRPr lang="en-US" dirty="0"/>
          </a:p>
        </p:txBody>
      </p:sp>
      <p:sp>
        <p:nvSpPr>
          <p:cNvPr id="5" name="Slide Number Placeholder 4">
            <a:extLst>
              <a:ext uri="{FF2B5EF4-FFF2-40B4-BE49-F238E27FC236}">
                <a16:creationId xmlns:a16="http://schemas.microsoft.com/office/drawing/2014/main" id="{32103136-9022-B685-BD72-AA2F8D6F1DB3}"/>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7" name="Straight Connector 16">
            <a:extLst>
              <a:ext uri="{FF2B5EF4-FFF2-40B4-BE49-F238E27FC236}">
                <a16:creationId xmlns:a16="http://schemas.microsoft.com/office/drawing/2014/main" id="{E8D7FB67-CB66-8B73-E144-D9B0FD1BF4CC}"/>
              </a:ext>
            </a:extLst>
          </p:cNvPr>
          <p:cNvCxnSpPr/>
          <p:nvPr/>
        </p:nvCxnSpPr>
        <p:spPr>
          <a:xfrm>
            <a:off x="9250563"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5C050196-5CDD-7D23-C735-405CCFDE0F53}"/>
              </a:ext>
            </a:extLst>
          </p:cNvPr>
          <p:cNvGrpSpPr/>
          <p:nvPr/>
        </p:nvGrpSpPr>
        <p:grpSpPr>
          <a:xfrm>
            <a:off x="803185" y="0"/>
            <a:ext cx="10585629" cy="6858000"/>
            <a:chOff x="803185" y="0"/>
            <a:chExt cx="10585629" cy="6858000"/>
          </a:xfrm>
        </p:grpSpPr>
        <p:cxnSp>
          <p:nvCxnSpPr>
            <p:cNvPr id="7" name="Straight Connector 6">
              <a:extLst>
                <a:ext uri="{FF2B5EF4-FFF2-40B4-BE49-F238E27FC236}">
                  <a16:creationId xmlns:a16="http://schemas.microsoft.com/office/drawing/2014/main" id="{7915F7F2-4F99-DBC2-59AE-D63FDE09B1F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337699A-63EB-A2E6-B9B8-E85B7B64F02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0BE2E12-53E7-56D7-104B-F918B8D5372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CBDF578-3A17-02BF-93ED-AF5F8E7F4A5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98689986"/>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45108" y="786384"/>
            <a:ext cx="4023360" cy="1280160"/>
          </a:xfrm>
        </p:spPr>
        <p:txBody>
          <a:bodyPr>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20455" y="2396086"/>
            <a:ext cx="4070907" cy="3637825"/>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1" b="-11100"/>
            </a:stretch>
          </a:blipFill>
          <a:ln w="635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669280" y="786384"/>
            <a:ext cx="5303520" cy="530352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378A9400-0F8A-40AD-9C7D-D04C05A686BB}" type="datetime1">
              <a:rPr lang="en-US" smtClean="0"/>
              <a:t>3/4/2026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0349E27E-A638-3E50-4392-58116C1AACD3}"/>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522E0D86-7613-34C8-CDC4-C77532A2263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AB29EB0-E237-1D57-CA8E-EAD308E9C0C6}"/>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86316C5-C89C-53D5-EDF8-06B3752F88A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22B727D-16F7-192C-BDC7-987EE4A4BF9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45767828"/>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9">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45108" y="786384"/>
            <a:ext cx="2834640" cy="1453896"/>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20457" y="2388928"/>
            <a:ext cx="2859291" cy="3644982"/>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1" b="-10882"/>
            </a:stretch>
          </a:blipFill>
          <a:ln w="635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80560" y="786384"/>
            <a:ext cx="6492240" cy="54864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F0AAA33B-7B4C-4CA5-AD3F-802C7D7897C7}" type="datetime1">
              <a:rPr lang="en-US" smtClean="0"/>
              <a:t>3/4/2026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07B351E8-DE44-EF78-C152-3A103EEBFEAE}"/>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E9CEF53B-E5B3-5228-FC6C-55411F158D8A}"/>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B08AC4D-0833-297F-6CBF-8A5D8729D99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CE625D5-BBCB-B34F-682F-6A7EBBD42572}"/>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E36439E-B9F9-BC55-6D36-2CBD97558C5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24185798"/>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199019" y="4634716"/>
            <a:ext cx="5897880" cy="1353312"/>
          </a:xfrm>
        </p:spPr>
        <p:txBody>
          <a:bodyPr>
            <a:normAutofit/>
          </a:bodyPr>
          <a:lstStyle>
            <a:lvl1pPr>
              <a:lnSpc>
                <a:spcPct val="120000"/>
              </a:lnSpc>
              <a:defRPr sz="2400" b="0" i="0" cap="none" baseline="0">
                <a:solidFill>
                  <a:schemeClr val="tx1"/>
                </a:solidFill>
                <a:latin typeface="+mj-lt"/>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207008" y="603503"/>
            <a:ext cx="9601200" cy="4334256"/>
          </a:xfrm>
        </p:spPr>
        <p:txBody>
          <a:bodyPr anchor="b">
            <a:normAutofit/>
          </a:bodyPr>
          <a:lstStyle>
            <a:lvl1pPr marL="0" indent="0">
              <a:lnSpc>
                <a:spcPct val="90000"/>
              </a:lnSpc>
              <a:spcBef>
                <a:spcPts val="0"/>
              </a:spcBef>
              <a:buNone/>
              <a:defRPr sz="30000" b="0" i="0">
                <a:solidFill>
                  <a:schemeClr val="tx1"/>
                </a:solidFill>
                <a:latin typeface="+mn-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23E33F43-D372-4092-9463-D8C0DAA92373}" type="datetime1">
              <a:rPr lang="en-US" smtClean="0"/>
              <a:t>3/4/2026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503498D5-7EC6-8C79-86BA-7C39A73A10D4}"/>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DFE65860-291D-DD0A-0AF6-EB6BDAF1124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D542EDA-61BE-919A-EA3E-08EBB658FD72}"/>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9E31BBA-19B1-9E32-10DC-6E50B5D242DB}"/>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40D6BDC-E9D3-BF86-AB1A-64748EAD4D44}"/>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74045833"/>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3352800" y="4193183"/>
            <a:ext cx="5486400" cy="1005840"/>
          </a:xfrm>
        </p:spPr>
        <p:txBody>
          <a:bodyPr>
            <a:normAutofit/>
          </a:bodyPr>
          <a:lstStyle>
            <a:lvl1pPr algn="ctr">
              <a:lnSpc>
                <a:spcPct val="110000"/>
              </a:lnSpc>
              <a:defRPr sz="2400" b="0" i="0" cap="none" baseline="0">
                <a:solidFill>
                  <a:schemeClr val="tx1"/>
                </a:solidFill>
                <a:latin typeface="+mj-lt"/>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2438400" y="1240974"/>
            <a:ext cx="7315200" cy="3065419"/>
          </a:xfrm>
        </p:spPr>
        <p:txBody>
          <a:bodyPr anchor="b">
            <a:noAutofit/>
          </a:bodyPr>
          <a:lstStyle>
            <a:lvl1pPr marL="0" indent="0" algn="ctr">
              <a:lnSpc>
                <a:spcPct val="90000"/>
              </a:lnSpc>
              <a:buNone/>
              <a:defRPr sz="20000" b="0" i="0">
                <a:solidFill>
                  <a:schemeClr val="tx1"/>
                </a:solidFill>
                <a:latin typeface="+mn-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35FAB39A-86A1-48B6-9153-E6011CB46040}" type="datetime1">
              <a:rPr lang="en-US" smtClean="0"/>
              <a:t>3/4/2026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F8D5DE95-288B-FAB7-3326-9E5BFCE5B746}"/>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484611E9-169A-4656-2416-A78901FFF7E6}"/>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14C6CB-F651-2912-3E36-09C365D55330}"/>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DB412A5-131A-058B-C206-D8CE2D23F5F4}"/>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CFD5865-7471-0A98-E714-A522448C7F14}"/>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941C1E35-5D55-2FA3-7A17-EBD8530A4248}"/>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E383D922-3CCD-2925-A440-432366817A2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D335464-04F4-7CE0-7F26-F8015820B233}"/>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4A45CF0-48C0-1646-B20C-11D8E858590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5A20515-3DFE-12B8-CD96-E3A75B4B7E2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27660754"/>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26D58EB7-9EC7-5A50-30A3-E2D9EDD0FF85}"/>
              </a:ext>
            </a:extLst>
          </p:cNvPr>
          <p:cNvSpPr>
            <a:spLocks noGrp="1"/>
          </p:cNvSpPr>
          <p:nvPr>
            <p:ph type="title"/>
          </p:nvPr>
        </p:nvSpPr>
        <p:spPr>
          <a:xfrm>
            <a:off x="6327018" y="1599060"/>
            <a:ext cx="5052018" cy="3658736"/>
          </a:xfrm>
        </p:spPr>
        <p:txBody>
          <a:bodyPr anchor="ctr">
            <a:normAutofit/>
          </a:bodyPr>
          <a:lstStyle>
            <a:lvl1pPr>
              <a:defRPr sz="2400" cap="none" baseline="0">
                <a:latin typeface="+mn-lt"/>
              </a:defRPr>
            </a:lvl1pPr>
          </a:lstStyle>
          <a:p>
            <a:r>
              <a:rPr lang="en-US" dirty="0"/>
              <a:t>Click to edit Master title style</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19" name="Content Placeholder 18">
            <a:extLst>
              <a:ext uri="{FF2B5EF4-FFF2-40B4-BE49-F238E27FC236}">
                <a16:creationId xmlns:a16="http://schemas.microsoft.com/office/drawing/2014/main" id="{DE2753DF-FB9B-AECE-E745-E846066B1745}"/>
              </a:ext>
            </a:extLst>
          </p:cNvPr>
          <p:cNvSpPr>
            <a:spLocks noGrp="1"/>
          </p:cNvSpPr>
          <p:nvPr>
            <p:ph sz="quarter" idx="14" hasCustomPrompt="1"/>
          </p:nvPr>
        </p:nvSpPr>
        <p:spPr>
          <a:xfrm>
            <a:off x="914400" y="1600200"/>
            <a:ext cx="5140325" cy="3657600"/>
          </a:xfrm>
        </p:spPr>
        <p:txBody>
          <a:bodyPr anchor="ctr">
            <a:normAutofit/>
          </a:bodyPr>
          <a:lstStyle>
            <a:lvl1pPr marL="0" indent="0">
              <a:lnSpc>
                <a:spcPct val="90000"/>
              </a:lnSpc>
              <a:buNone/>
              <a:defRPr sz="20000"/>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484550B5-6894-4BAB-BE29-52F47C1325C5}" type="datetime1">
              <a:rPr lang="en-US" smtClean="0"/>
              <a:t>3/4/2026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F8D5DE95-288B-FAB7-3326-9E5BFCE5B746}"/>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484611E9-169A-4656-2416-A78901FFF7E6}"/>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14C6CB-F651-2912-3E36-09C365D55330}"/>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DB412A5-131A-058B-C206-D8CE2D23F5F4}"/>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CFD5865-7471-0A98-E714-A522448C7F14}"/>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941C1E35-5D55-2FA3-7A17-EBD8530A4248}"/>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E383D922-3CCD-2925-A440-432366817A2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D335464-04F4-7CE0-7F26-F8015820B233}"/>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4A45CF0-48C0-1646-B20C-11D8E858590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5A20515-3DFE-12B8-CD96-E3A75B4B7E2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2769750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Number Larg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4495800" y="4131153"/>
            <a:ext cx="3200400" cy="1545336"/>
          </a:xfrm>
          <a:noFill/>
        </p:spPr>
        <p:txBody>
          <a:bodyPr>
            <a:normAutofit/>
          </a:bodyPr>
          <a:lstStyle>
            <a:lvl1pPr algn="ctr">
              <a:lnSpc>
                <a:spcPct val="110000"/>
              </a:lnSpc>
              <a:defRPr sz="1600" b="0" i="0" cap="none" baseline="0">
                <a:solidFill>
                  <a:schemeClr val="tx1"/>
                </a:solidFill>
                <a:latin typeface="+mj-lt"/>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3810000" y="1832029"/>
            <a:ext cx="4572000" cy="2475441"/>
          </a:xfrm>
          <a:noFill/>
        </p:spPr>
        <p:txBody>
          <a:bodyPr anchor="b">
            <a:normAutofit/>
          </a:bodyPr>
          <a:lstStyle>
            <a:lvl1pPr marL="0" indent="0" algn="ctr">
              <a:lnSpc>
                <a:spcPct val="90000"/>
              </a:lnSpc>
              <a:buNone/>
              <a:defRPr sz="15000" b="0" i="0">
                <a:solidFill>
                  <a:schemeClr val="tx1"/>
                </a:solidFill>
                <a:latin typeface="+mn-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023644B3-B047-4BDA-A4C8-F5943698F924}" type="datetime1">
              <a:rPr lang="en-US" smtClean="0"/>
              <a:t>3/4/2026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9F377ED0-0CD0-101F-CACC-5C208B8095EB}"/>
              </a:ext>
            </a:extLst>
          </p:cNvPr>
          <p:cNvGrpSpPr/>
          <p:nvPr/>
        </p:nvGrpSpPr>
        <p:grpSpPr>
          <a:xfrm>
            <a:off x="801384" y="402336"/>
            <a:ext cx="10591869" cy="6053328"/>
            <a:chOff x="801384" y="402336"/>
            <a:chExt cx="10591869" cy="6053328"/>
          </a:xfrm>
        </p:grpSpPr>
        <p:sp>
          <p:nvSpPr>
            <p:cNvPr id="8" name="Oval 7">
              <a:extLst>
                <a:ext uri="{FF2B5EF4-FFF2-40B4-BE49-F238E27FC236}">
                  <a16:creationId xmlns:a16="http://schemas.microsoft.com/office/drawing/2014/main" id="{BB0FAE67-C3ED-90D8-482E-2E87FCA1F01F}"/>
                </a:ext>
              </a:extLst>
            </p:cNvPr>
            <p:cNvSpPr>
              <a:spLocks noChangeAspect="1"/>
            </p:cNvSpPr>
            <p:nvPr/>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83BE06F7-8D5F-567C-D53C-8F3CFA65C6D8}"/>
                </a:ext>
              </a:extLst>
            </p:cNvPr>
            <p:cNvCxnSpPr>
              <a:cxnSpLocks/>
            </p:cNvCxnSpPr>
            <p:nvPr/>
          </p:nvCxnSpPr>
          <p:spPr>
            <a:xfrm>
              <a:off x="80138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C1729EF-2962-C057-669D-86C7189119A0}"/>
                </a:ext>
              </a:extLst>
            </p:cNvPr>
            <p:cNvCxnSpPr>
              <a:cxnSpLocks/>
            </p:cNvCxnSpPr>
            <p:nvPr/>
          </p:nvCxnSpPr>
          <p:spPr>
            <a:xfrm>
              <a:off x="912266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92F37E54-885B-DD4C-C480-18762D2DF579}"/>
              </a:ext>
            </a:extLst>
          </p:cNvPr>
          <p:cNvGrpSpPr/>
          <p:nvPr/>
        </p:nvGrpSpPr>
        <p:grpSpPr>
          <a:xfrm>
            <a:off x="803185" y="0"/>
            <a:ext cx="10585629" cy="6858000"/>
            <a:chOff x="803185" y="0"/>
            <a:chExt cx="10585629" cy="6858000"/>
          </a:xfrm>
        </p:grpSpPr>
        <p:cxnSp>
          <p:nvCxnSpPr>
            <p:cNvPr id="12" name="Straight Connector 11">
              <a:extLst>
                <a:ext uri="{FF2B5EF4-FFF2-40B4-BE49-F238E27FC236}">
                  <a16:creationId xmlns:a16="http://schemas.microsoft.com/office/drawing/2014/main" id="{0CD173DE-2107-A0E3-872C-F0DE9ACA3DC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BFAFD58-96FA-72FC-A387-4EA88A7A5D6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0CF3863-040E-3592-1588-20A1771871E3}"/>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44D909-6FC8-C0DB-01C7-AFCF7B50FCD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0092672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69620" y="-1216560"/>
            <a:ext cx="10652760" cy="1133856"/>
          </a:xfrm>
        </p:spPr>
        <p:txBody>
          <a:bodyPr/>
          <a:lstStyle>
            <a:lvl1pPr>
              <a:defRPr>
                <a:solidFill>
                  <a:schemeClr val="bg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rot="16200000">
            <a:off x="-1005840" y="1525384"/>
            <a:ext cx="2805405" cy="365125"/>
          </a:xfrm>
          <a:prstGeom prst="rect">
            <a:avLst/>
          </a:prstGeom>
        </p:spPr>
        <p:txBody>
          <a:bodyPr/>
          <a:lstStyle/>
          <a:p>
            <a:r>
              <a:rPr lang="en-US"/>
              <a:t>SAMPLE FOOTER TEXT</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6736" y="1508760"/>
            <a:ext cx="8266176" cy="3840480"/>
          </a:xfrm>
        </p:spPr>
        <p:txBody>
          <a:bodyPr anchor="ctr">
            <a:noAutofit/>
          </a:bodyPr>
          <a:lstStyle>
            <a:lvl1pPr marL="0" indent="0">
              <a:lnSpc>
                <a:spcPct val="100000"/>
              </a:lnSpc>
              <a:buNone/>
              <a:defRPr sz="4000" b="0" cap="all" baseline="0"/>
            </a:lvl1pPr>
            <a:lvl2pPr marL="228600" indent="0">
              <a:lnSpc>
                <a:spcPct val="100000"/>
              </a:lnSpc>
              <a:buNone/>
              <a:defRPr sz="3600" b="0" cap="all" baseline="0"/>
            </a:lvl2pPr>
            <a:lvl3pPr marL="457200" indent="0">
              <a:lnSpc>
                <a:spcPct val="100000"/>
              </a:lnSpc>
              <a:buNone/>
              <a:defRPr sz="3200" b="0" cap="all" baseline="0"/>
            </a:lvl3pPr>
            <a:lvl4pPr marL="685800" indent="0">
              <a:lnSpc>
                <a:spcPct val="100000"/>
              </a:lnSpc>
              <a:buNone/>
              <a:defRPr sz="2400" b="0" cap="all" baseline="0"/>
            </a:lvl4pPr>
            <a:lvl5pPr marL="914400" indent="0">
              <a:lnSpc>
                <a:spcPct val="100000"/>
              </a:lnSpc>
              <a:buNone/>
              <a:defRPr sz="2000" b="0" cap="all"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1FA3FFB9-0880-4740-B084-BC51532B8F27}" type="datetime1">
              <a:rPr lang="en-US" smtClean="0"/>
              <a:t>3/4/2026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E5E2C763-62D0-A1C5-864F-A9FF05C9F944}"/>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D321B696-8999-0658-38A2-748A73D0777A}"/>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21AECB6-597A-404C-79F2-BDE111DF3683}"/>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081CD60-7C40-DD6A-0B67-9125D3023EAA}"/>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A77C411-359E-F413-4B4B-544B4258F8D6}"/>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66520E9D-E5D8-F168-5659-412DEA7EE638}"/>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735C892B-D62F-EE71-21EF-072002481B69}"/>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05C92F6-ED58-2722-DD71-BFD93A79C906}"/>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CFD0132-5667-3403-4950-88D7515B12BA}"/>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EEE9CF1-0848-BE96-4C3D-E4B7E1F4BBA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9225886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69620" y="-1234492"/>
            <a:ext cx="10652760" cy="1133856"/>
          </a:xfrm>
        </p:spPr>
        <p:txBody>
          <a:bodyPr/>
          <a:lstStyle>
            <a:lvl1pPr>
              <a:defRPr>
                <a:solidFill>
                  <a:schemeClr val="bg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rot="16200000">
            <a:off x="-1005840" y="1525384"/>
            <a:ext cx="2805405" cy="365125"/>
          </a:xfrm>
          <a:prstGeom prst="rect">
            <a:avLst/>
          </a:prstGeom>
        </p:spPr>
        <p:txBody>
          <a:bodyPr/>
          <a:lstStyle/>
          <a:p>
            <a:r>
              <a:rPr lang="en-US"/>
              <a:t>SAMPLE FOOTER TEXT</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6736" y="1508760"/>
            <a:ext cx="8266176" cy="3840480"/>
          </a:xfrm>
        </p:spPr>
        <p:txBody>
          <a:bodyPr anchor="t">
            <a:noAutofit/>
          </a:bodyPr>
          <a:lstStyle>
            <a:lvl1pPr marL="0" indent="0">
              <a:lnSpc>
                <a:spcPct val="100000"/>
              </a:lnSpc>
              <a:buNone/>
              <a:defRPr sz="4000" b="0" i="0" cap="all" baseline="0">
                <a:latin typeface="Bahnschrift Light" panose="020B0502040204020203" pitchFamily="34" charset="0"/>
              </a:defRPr>
            </a:lvl1pPr>
            <a:lvl2pPr marL="228600" indent="0">
              <a:lnSpc>
                <a:spcPct val="100000"/>
              </a:lnSpc>
              <a:buNone/>
              <a:defRPr sz="3200" b="0" i="0" cap="all" baseline="0">
                <a:latin typeface="Bahnschrift Light" panose="020B0502040204020203" pitchFamily="34" charset="0"/>
              </a:defRPr>
            </a:lvl2pPr>
            <a:lvl3pPr marL="457200" indent="0">
              <a:lnSpc>
                <a:spcPct val="100000"/>
              </a:lnSpc>
              <a:buNone/>
              <a:defRPr sz="2800" b="0" i="0" cap="all" baseline="0">
                <a:latin typeface="Bahnschrift Light" panose="020B0502040204020203" pitchFamily="34" charset="0"/>
              </a:defRPr>
            </a:lvl3pPr>
            <a:lvl4pPr marL="685800" indent="0">
              <a:lnSpc>
                <a:spcPct val="100000"/>
              </a:lnSpc>
              <a:buNone/>
              <a:defRPr sz="2400" b="0" cap="all" baseline="0"/>
            </a:lvl4pPr>
            <a:lvl5pPr marL="914400" indent="0">
              <a:lnSpc>
                <a:spcPct val="100000"/>
              </a:lnSpc>
              <a:buNone/>
              <a:defRPr sz="2000" b="0" cap="all"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a:p>
            <a:pPr lvl="2"/>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0762D9A1-F997-4CCE-B007-8E1943F54374}" type="datetime1">
              <a:rPr lang="en-US" smtClean="0"/>
              <a:t>3/4/2026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244BA861-592C-64C8-21E6-E3A8D2A72C72}"/>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3D8A61F8-CE0C-8929-130C-4B75FB1F9373}"/>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5850C77-4C55-0E7C-15E8-B80234EF3D0B}"/>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499978E-99DF-3206-11F9-122473F3CCB5}"/>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918D896-CC55-8FDC-7842-7EAC1DF7DF7E}"/>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330B27C8-C99B-CAB9-24EA-4222A75D3BFC}"/>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E09B5103-0315-C48A-F6CB-70023A60377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2A373C0-8904-4E1A-AC77-DB8B14039D33}"/>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A58731C-1E1F-4D5A-81CD-F79CD40172A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DE29540-9512-0BC0-7BB2-3B7C57B4C11C}"/>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0291684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68876" y="-1216560"/>
            <a:ext cx="10652760" cy="1133856"/>
          </a:xfrm>
        </p:spPr>
        <p:txBody>
          <a:bodyPr/>
          <a:lstStyle>
            <a:lvl1pPr>
              <a:defRPr>
                <a:solidFill>
                  <a:schemeClr val="bg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rot="16200000">
            <a:off x="-1005840" y="1525384"/>
            <a:ext cx="2805405" cy="365125"/>
          </a:xfrm>
          <a:prstGeom prst="rect">
            <a:avLst/>
          </a:prstGeom>
        </p:spPr>
        <p:txBody>
          <a:bodyPr/>
          <a:lstStyle/>
          <a:p>
            <a:r>
              <a:rPr lang="en-US"/>
              <a:t>SAMPLE FOOTER TEXT</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6736" y="1508760"/>
            <a:ext cx="8266176" cy="3840480"/>
          </a:xfrm>
        </p:spPr>
        <p:txBody>
          <a:bodyPr anchor="b" anchorCtr="0">
            <a:noAutofit/>
          </a:bodyPr>
          <a:lstStyle>
            <a:lvl1pPr marL="0" indent="0">
              <a:lnSpc>
                <a:spcPct val="100000"/>
              </a:lnSpc>
              <a:buNone/>
              <a:defRPr sz="4000" b="0" i="0" cap="all" baseline="0">
                <a:latin typeface="Bahnschrift Light" panose="020B0502040204020203" pitchFamily="34" charset="0"/>
              </a:defRPr>
            </a:lvl1pPr>
            <a:lvl2pPr marL="228600" indent="0">
              <a:lnSpc>
                <a:spcPct val="100000"/>
              </a:lnSpc>
              <a:buNone/>
              <a:defRPr sz="3200" b="0" i="0" cap="all" baseline="0">
                <a:latin typeface="Bahnschrift Light" panose="020B0502040204020203" pitchFamily="34" charset="0"/>
              </a:defRPr>
            </a:lvl2pPr>
            <a:lvl3pPr marL="457200" indent="0">
              <a:lnSpc>
                <a:spcPct val="100000"/>
              </a:lnSpc>
              <a:buNone/>
              <a:defRPr sz="2800" b="0" i="0" cap="all" baseline="0">
                <a:latin typeface="Bahnschrift Light" panose="020B0502040204020203" pitchFamily="34" charset="0"/>
              </a:defRPr>
            </a:lvl3pPr>
            <a:lvl4pPr marL="685800" indent="0">
              <a:lnSpc>
                <a:spcPct val="100000"/>
              </a:lnSpc>
              <a:buNone/>
              <a:defRPr sz="2400" b="0" cap="all" baseline="0">
                <a:latin typeface="+mn-lt"/>
              </a:defRPr>
            </a:lvl4pPr>
            <a:lvl5pPr marL="914400" indent="0">
              <a:lnSpc>
                <a:spcPct val="100000"/>
              </a:lnSpc>
              <a:buNone/>
              <a:defRPr sz="2000" b="0" cap="all" baseline="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0756DE8C-2121-49BB-AB8E-C1253271C3F5}" type="datetime1">
              <a:rPr lang="en-US" smtClean="0"/>
              <a:t>3/4/2026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244BA861-592C-64C8-21E6-E3A8D2A72C72}"/>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3D8A61F8-CE0C-8929-130C-4B75FB1F9373}"/>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5850C77-4C55-0E7C-15E8-B80234EF3D0B}"/>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499978E-99DF-3206-11F9-122473F3CCB5}"/>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918D896-CC55-8FDC-7842-7EAC1DF7DF7E}"/>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B9E57D8C-399F-3BB4-D3B3-9395E8D16134}"/>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67E0EF0C-412A-ADAE-8DDB-3A86E36BA367}"/>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26CD944-3487-D02F-D76E-6C8CB5BC62E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4FB68B7-02B4-42EE-A7A2-E1DD0D7EF7A3}"/>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F5998EB-9F08-520A-8AE0-AC842E25266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6425521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1"/>
        </a:solidFill>
        <a:effectLst/>
      </p:bgPr>
    </p:bg>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D020C093-E585-447D-B145-C13F5660ED16}"/>
              </a:ext>
            </a:extLst>
          </p:cNvPr>
          <p:cNvSpPr>
            <a:spLocks noGrp="1"/>
          </p:cNvSpPr>
          <p:nvPr>
            <p:ph type="title" hasCustomPrompt="1"/>
          </p:nvPr>
        </p:nvSpPr>
        <p:spPr>
          <a:xfrm>
            <a:off x="1524000" y="4965193"/>
            <a:ext cx="9144000" cy="1105229"/>
          </a:xfrm>
        </p:spPr>
        <p:txBody>
          <a:bodyPr anchor="ctr">
            <a:normAutofit/>
          </a:bodyPr>
          <a:lstStyle>
            <a:lvl1pPr>
              <a:defRPr sz="1600" cap="none" baseline="0">
                <a:solidFill>
                  <a:schemeClr val="bg1"/>
                </a:solidFill>
                <a:latin typeface="+mn-lt"/>
              </a:defRPr>
            </a:lvl1pPr>
          </a:lstStyle>
          <a:p>
            <a:r>
              <a:rPr lang="en-US" dirty="0"/>
              <a:t>Quote Author</a:t>
            </a:r>
          </a:p>
        </p:txBody>
      </p:sp>
      <p:sp>
        <p:nvSpPr>
          <p:cNvPr id="9" name="Footer Placeholder 8">
            <a:extLst>
              <a:ext uri="{FF2B5EF4-FFF2-40B4-BE49-F238E27FC236}">
                <a16:creationId xmlns:a16="http://schemas.microsoft.com/office/drawing/2014/main" id="{6AD2DEB7-F276-E60E-F5A1-0F02C54BDF9C}"/>
              </a:ext>
            </a:extLst>
          </p:cNvPr>
          <p:cNvSpPr>
            <a:spLocks noGrp="1"/>
          </p:cNvSpPr>
          <p:nvPr>
            <p:ph type="ftr" sz="quarter" idx="15"/>
          </p:nvPr>
        </p:nvSpPr>
        <p:spPr>
          <a:xfrm rot="16200000">
            <a:off x="-1005840" y="1525384"/>
            <a:ext cx="2805405" cy="365125"/>
          </a:xfrm>
          <a:prstGeom prst="rect">
            <a:avLst/>
          </a:prstGeom>
        </p:spPr>
        <p:txBody>
          <a:bodyPr/>
          <a:lstStyle>
            <a:lvl1pPr>
              <a:defRPr>
                <a:solidFill>
                  <a:schemeClr val="bg1"/>
                </a:solidFill>
              </a:defRPr>
            </a:lvl1pPr>
          </a:lstStyle>
          <a:p>
            <a:r>
              <a:rPr lang="en-US"/>
              <a:t>SAMPLE FOOTER TEXT</a:t>
            </a:r>
            <a:endParaRPr lang="en-US" dirty="0"/>
          </a:p>
        </p:txBody>
      </p:sp>
      <p:sp>
        <p:nvSpPr>
          <p:cNvPr id="5" name="Content Placeholder 4">
            <a:extLst>
              <a:ext uri="{FF2B5EF4-FFF2-40B4-BE49-F238E27FC236}">
                <a16:creationId xmlns:a16="http://schemas.microsoft.com/office/drawing/2014/main" id="{CFF91B2D-44E4-C3B1-BD5E-A10AC8543D25}"/>
              </a:ext>
            </a:extLst>
          </p:cNvPr>
          <p:cNvSpPr>
            <a:spLocks noGrp="1"/>
          </p:cNvSpPr>
          <p:nvPr>
            <p:ph sz="quarter" idx="17" hasCustomPrompt="1"/>
          </p:nvPr>
        </p:nvSpPr>
        <p:spPr>
          <a:xfrm>
            <a:off x="1524000" y="1006475"/>
            <a:ext cx="9144000" cy="2925763"/>
          </a:xfrm>
        </p:spPr>
        <p:txBody>
          <a:bodyPr anchor="ctr">
            <a:normAutofit/>
          </a:bodyPr>
          <a:lstStyle>
            <a:lvl1pPr marL="0" indent="0">
              <a:buNone/>
              <a:defRPr sz="4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add Quote</a:t>
            </a:r>
          </a:p>
        </p:txBody>
      </p:sp>
      <p:cxnSp>
        <p:nvCxnSpPr>
          <p:cNvPr id="6" name="Straight Connector 5">
            <a:extLst>
              <a:ext uri="{FF2B5EF4-FFF2-40B4-BE49-F238E27FC236}">
                <a16:creationId xmlns:a16="http://schemas.microsoft.com/office/drawing/2014/main" id="{B94927EC-ED75-B33D-1D89-85EE4258FB86}"/>
              </a:ext>
            </a:extLst>
          </p:cNvPr>
          <p:cNvCxnSpPr>
            <a:cxnSpLocks/>
          </p:cNvCxnSpPr>
          <p:nvPr/>
        </p:nvCxnSpPr>
        <p:spPr>
          <a:xfrm>
            <a:off x="799908" y="4572000"/>
            <a:ext cx="106014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Date Placeholder 7">
            <a:extLst>
              <a:ext uri="{FF2B5EF4-FFF2-40B4-BE49-F238E27FC236}">
                <a16:creationId xmlns:a16="http://schemas.microsoft.com/office/drawing/2014/main" id="{17816284-1868-D968-9C16-5FE2038BC6D8}"/>
              </a:ext>
            </a:extLst>
          </p:cNvPr>
          <p:cNvSpPr>
            <a:spLocks noGrp="1"/>
          </p:cNvSpPr>
          <p:nvPr>
            <p:ph type="dt" sz="half" idx="14"/>
          </p:nvPr>
        </p:nvSpPr>
        <p:spPr/>
        <p:txBody>
          <a:bodyPr/>
          <a:lstStyle>
            <a:lvl1pPr>
              <a:defRPr>
                <a:solidFill>
                  <a:schemeClr val="bg1"/>
                </a:solidFill>
              </a:defRPr>
            </a:lvl1pPr>
          </a:lstStyle>
          <a:p>
            <a:fld id="{92342CCE-AAE1-4428-AAFD-18D6AED5F8E7}" type="datetime1">
              <a:rPr lang="en-US" smtClean="0"/>
              <a:t>3/4/2026</a:t>
            </a:fld>
            <a:endParaRPr lang="en-US" dirty="0"/>
          </a:p>
        </p:txBody>
      </p:sp>
      <p:sp>
        <p:nvSpPr>
          <p:cNvPr id="10" name="Slide Number Placeholder 9">
            <a:extLst>
              <a:ext uri="{FF2B5EF4-FFF2-40B4-BE49-F238E27FC236}">
                <a16:creationId xmlns:a16="http://schemas.microsoft.com/office/drawing/2014/main" id="{764E6AE7-6445-C0E9-7714-3905800EE346}"/>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dirty="0"/>
          </a:p>
        </p:txBody>
      </p:sp>
      <p:grpSp>
        <p:nvGrpSpPr>
          <p:cNvPr id="11" name="Group 10">
            <a:extLst>
              <a:ext uri="{FF2B5EF4-FFF2-40B4-BE49-F238E27FC236}">
                <a16:creationId xmlns:a16="http://schemas.microsoft.com/office/drawing/2014/main" id="{DB64FFC6-B9C5-5A14-BCDE-0FACA9EED39A}"/>
              </a:ext>
            </a:extLst>
          </p:cNvPr>
          <p:cNvGrpSpPr/>
          <p:nvPr/>
        </p:nvGrpSpPr>
        <p:grpSpPr>
          <a:xfrm>
            <a:off x="803185" y="0"/>
            <a:ext cx="10585629" cy="6858000"/>
            <a:chOff x="803185" y="0"/>
            <a:chExt cx="10585629" cy="6858000"/>
          </a:xfrm>
        </p:grpSpPr>
        <p:cxnSp>
          <p:nvCxnSpPr>
            <p:cNvPr id="12" name="Straight Connector 11">
              <a:extLst>
                <a:ext uri="{FF2B5EF4-FFF2-40B4-BE49-F238E27FC236}">
                  <a16:creationId xmlns:a16="http://schemas.microsoft.com/office/drawing/2014/main" id="{A45BAA9C-294C-90CA-EE5A-ED75E616517F}"/>
                </a:ext>
              </a:extLst>
            </p:cNvPr>
            <p:cNvCxnSpPr/>
            <p:nvPr/>
          </p:nvCxnSpPr>
          <p:spPr>
            <a:xfrm>
              <a:off x="804672"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C127FFD-0227-7A04-CAE1-B0476A186E27}"/>
                </a:ext>
              </a:extLst>
            </p:cNvPr>
            <p:cNvCxnSpPr>
              <a:cxnSpLocks/>
            </p:cNvCxnSpPr>
            <p:nvPr/>
          </p:nvCxnSpPr>
          <p:spPr>
            <a:xfrm>
              <a:off x="803185" y="393192"/>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EBB871B-1B46-69D5-1EA9-A5D3125C1745}"/>
                </a:ext>
              </a:extLst>
            </p:cNvPr>
            <p:cNvCxnSpPr>
              <a:cxnSpLocks/>
            </p:cNvCxnSpPr>
            <p:nvPr/>
          </p:nvCxnSpPr>
          <p:spPr>
            <a:xfrm>
              <a:off x="11388814"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29C52E0-6299-124E-DEAC-88A5054BB45E}"/>
                </a:ext>
              </a:extLst>
            </p:cNvPr>
            <p:cNvCxnSpPr>
              <a:cxnSpLocks/>
            </p:cNvCxnSpPr>
            <p:nvPr/>
          </p:nvCxnSpPr>
          <p:spPr>
            <a:xfrm>
              <a:off x="803185" y="6452119"/>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28770557"/>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207008" y="5947574"/>
            <a:ext cx="8805672" cy="466344"/>
          </a:xfrm>
        </p:spPr>
        <p:txBody>
          <a:bodyPr anchor="ctr">
            <a:normAutofit/>
          </a:bodyPr>
          <a:lstStyle>
            <a:lvl1pPr>
              <a:lnSpc>
                <a:spcPct val="120000"/>
              </a:lnSpc>
              <a:defRPr sz="1600" b="0" i="0" cap="none" baseline="0">
                <a:solidFill>
                  <a:schemeClr val="bg1"/>
                </a:solidFill>
                <a:latin typeface="+mn-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rot="16200000">
            <a:off x="-1005840" y="1525384"/>
            <a:ext cx="2805405" cy="365125"/>
          </a:xfrm>
          <a:prstGeom prst="rect">
            <a:avLst/>
          </a:prstGeom>
        </p:spPr>
        <p:txBody>
          <a:bodyPr/>
          <a:lstStyle>
            <a:lvl1pPr>
              <a:defRPr>
                <a:solidFill>
                  <a:schemeClr val="bg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207008" y="822960"/>
            <a:ext cx="8961120" cy="3474720"/>
          </a:xfrm>
        </p:spPr>
        <p:txBody>
          <a:bodyPr anchor="t" anchorCtr="0">
            <a:normAutofit/>
          </a:bodyPr>
          <a:lstStyle>
            <a:lvl1pPr marL="164592" indent="-164592">
              <a:lnSpc>
                <a:spcPct val="100000"/>
              </a:lnSpc>
              <a:spcBef>
                <a:spcPts val="0"/>
              </a:spcBef>
              <a:buNone/>
              <a:defRPr sz="4200" b="0" i="0">
                <a:solidFill>
                  <a:schemeClr val="bg1"/>
                </a:solidFill>
                <a:latin typeface="Bahnschrift Light" panose="020B0502040204020203" pitchFamily="34" charset="0"/>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1051D386-7935-4182-861C-A013C161AEB1}" type="datetime1">
              <a:rPr lang="en-US" smtClean="0"/>
              <a:t>3/4/2026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5F3E5CAD-77F4-3496-0EBB-8BDE29A00533}"/>
              </a:ext>
            </a:extLst>
          </p:cNvPr>
          <p:cNvCxnSpPr>
            <a:cxnSpLocks/>
          </p:cNvCxnSpPr>
          <p:nvPr/>
        </p:nvCxnSpPr>
        <p:spPr>
          <a:xfrm>
            <a:off x="795290" y="5893973"/>
            <a:ext cx="106014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B932EDD7-F82C-CAA5-81E3-4DA459BD7BE7}"/>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B23CB67B-9D91-D31D-5E6F-1AFDE722A71A}"/>
                </a:ext>
              </a:extLst>
            </p:cNvPr>
            <p:cNvCxnSpPr/>
            <p:nvPr/>
          </p:nvCxnSpPr>
          <p:spPr>
            <a:xfrm>
              <a:off x="804672"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70B71C7-A49A-A194-9371-8105319095C1}"/>
                </a:ext>
              </a:extLst>
            </p:cNvPr>
            <p:cNvCxnSpPr>
              <a:cxnSpLocks/>
            </p:cNvCxnSpPr>
            <p:nvPr/>
          </p:nvCxnSpPr>
          <p:spPr>
            <a:xfrm>
              <a:off x="803185" y="393192"/>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7D85FF8-8A01-4471-2129-9F815C543EB4}"/>
                </a:ext>
              </a:extLst>
            </p:cNvPr>
            <p:cNvCxnSpPr>
              <a:cxnSpLocks/>
            </p:cNvCxnSpPr>
            <p:nvPr/>
          </p:nvCxnSpPr>
          <p:spPr>
            <a:xfrm>
              <a:off x="11388814"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57B839C-7467-0312-FCA6-E719E5B3035E}"/>
                </a:ext>
              </a:extLst>
            </p:cNvPr>
            <p:cNvCxnSpPr>
              <a:cxnSpLocks/>
            </p:cNvCxnSpPr>
            <p:nvPr/>
          </p:nvCxnSpPr>
          <p:spPr>
            <a:xfrm>
              <a:off x="803185" y="6452119"/>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81373166"/>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uot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93164" y="5891704"/>
            <a:ext cx="8805672" cy="557222"/>
          </a:xfrm>
        </p:spPr>
        <p:txBody>
          <a:bodyPr anchor="ctr">
            <a:normAutofit/>
          </a:bodyPr>
          <a:lstStyle>
            <a:lvl1pPr algn="ctr">
              <a:lnSpc>
                <a:spcPct val="120000"/>
              </a:lnSpc>
              <a:defRPr sz="1600" b="0" i="0" cap="none" baseline="0">
                <a:solidFill>
                  <a:schemeClr val="bg1"/>
                </a:solidFill>
                <a:latin typeface="+mn-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rot="16200000">
            <a:off x="-1005840" y="1525384"/>
            <a:ext cx="2805405" cy="365125"/>
          </a:xfrm>
          <a:prstGeom prst="rect">
            <a:avLst/>
          </a:prstGeom>
        </p:spPr>
        <p:txBody>
          <a:bodyPr/>
          <a:lstStyle>
            <a:lvl1pPr>
              <a:defRPr>
                <a:solidFill>
                  <a:schemeClr val="bg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615440" y="1358007"/>
            <a:ext cx="8961120" cy="3474720"/>
          </a:xfrm>
        </p:spPr>
        <p:txBody>
          <a:bodyPr anchor="ctr">
            <a:normAutofit/>
          </a:bodyPr>
          <a:lstStyle>
            <a:lvl1pPr marL="164592" indent="-164592" algn="ctr">
              <a:lnSpc>
                <a:spcPct val="100000"/>
              </a:lnSpc>
              <a:spcBef>
                <a:spcPts val="0"/>
              </a:spcBef>
              <a:buNone/>
              <a:defRPr sz="4000" b="0" i="0">
                <a:solidFill>
                  <a:schemeClr val="bg1"/>
                </a:solidFill>
                <a:latin typeface="+mn-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4F612C1C-64C5-4B50-8744-8314E722E95D}" type="datetime1">
              <a:rPr lang="en-US" smtClean="0"/>
              <a:t>3/4/2026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cxnSp>
        <p:nvCxnSpPr>
          <p:cNvPr id="8" name="Straight Connector 7">
            <a:extLst>
              <a:ext uri="{FF2B5EF4-FFF2-40B4-BE49-F238E27FC236}">
                <a16:creationId xmlns:a16="http://schemas.microsoft.com/office/drawing/2014/main" id="{A8BAF90A-B341-890C-B376-6A16FD3D4D66}"/>
              </a:ext>
            </a:extLst>
          </p:cNvPr>
          <p:cNvCxnSpPr>
            <a:cxnSpLocks/>
          </p:cNvCxnSpPr>
          <p:nvPr/>
        </p:nvCxnSpPr>
        <p:spPr>
          <a:xfrm>
            <a:off x="795290" y="5893973"/>
            <a:ext cx="106014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5673DA07-CC58-742F-47C7-DF6C3FC1BB23}"/>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EC520D2A-19A3-39C2-02F5-969FC02F7835}"/>
                </a:ext>
              </a:extLst>
            </p:cNvPr>
            <p:cNvCxnSpPr/>
            <p:nvPr/>
          </p:nvCxnSpPr>
          <p:spPr>
            <a:xfrm>
              <a:off x="804672"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B9DADCD-00F5-6714-A61F-195B94550628}"/>
                </a:ext>
              </a:extLst>
            </p:cNvPr>
            <p:cNvCxnSpPr>
              <a:cxnSpLocks/>
            </p:cNvCxnSpPr>
            <p:nvPr/>
          </p:nvCxnSpPr>
          <p:spPr>
            <a:xfrm>
              <a:off x="803185" y="393192"/>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5D759BD-ADDA-3040-A5CB-DAC10D9A2D39}"/>
                </a:ext>
              </a:extLst>
            </p:cNvPr>
            <p:cNvCxnSpPr>
              <a:cxnSpLocks/>
            </p:cNvCxnSpPr>
            <p:nvPr/>
          </p:nvCxnSpPr>
          <p:spPr>
            <a:xfrm>
              <a:off x="11388814"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48BFB7B-8327-08C6-5F9E-BACB47A2C3D2}"/>
                </a:ext>
              </a:extLst>
            </p:cNvPr>
            <p:cNvCxnSpPr>
              <a:cxnSpLocks/>
            </p:cNvCxnSpPr>
            <p:nvPr/>
          </p:nvCxnSpPr>
          <p:spPr>
            <a:xfrm>
              <a:off x="803185" y="6452119"/>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4329537"/>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60704" y="603504"/>
            <a:ext cx="10058400" cy="1132258"/>
          </a:xfrm>
        </p:spPr>
        <p:txBody>
          <a:bodyPr/>
          <a:lstStyle>
            <a:lvl1pPr>
              <a:defRPr>
                <a:solidFill>
                  <a:schemeClr val="tx1"/>
                </a:solidFill>
              </a:defRPr>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4" name="Content Placeholder 3">
            <a:extLst>
              <a:ext uri="{FF2B5EF4-FFF2-40B4-BE49-F238E27FC236}">
                <a16:creationId xmlns:a16="http://schemas.microsoft.com/office/drawing/2014/main" id="{F6F508F0-4C97-9A80-2546-BC6EE3D2732B}"/>
              </a:ext>
            </a:extLst>
          </p:cNvPr>
          <p:cNvSpPr>
            <a:spLocks noGrp="1"/>
          </p:cNvSpPr>
          <p:nvPr>
            <p:ph sz="quarter" idx="15"/>
          </p:nvPr>
        </p:nvSpPr>
        <p:spPr>
          <a:xfrm>
            <a:off x="1060450" y="1828800"/>
            <a:ext cx="4768850" cy="4351338"/>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A9AB0DFB-3813-8899-8844-3F65C902B800}"/>
              </a:ext>
            </a:extLst>
          </p:cNvPr>
          <p:cNvSpPr>
            <a:spLocks noGrp="1"/>
          </p:cNvSpPr>
          <p:nvPr>
            <p:ph sz="quarter" idx="16"/>
          </p:nvPr>
        </p:nvSpPr>
        <p:spPr>
          <a:xfrm>
            <a:off x="6363391" y="1828800"/>
            <a:ext cx="4755712" cy="4351338"/>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514802D6-419C-4270-A699-E7031986556C}" type="datetime1">
              <a:rPr lang="en-US" smtClean="0"/>
              <a:t>3/4/2026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3" name="Group 12">
            <a:extLst>
              <a:ext uri="{FF2B5EF4-FFF2-40B4-BE49-F238E27FC236}">
                <a16:creationId xmlns:a16="http://schemas.microsoft.com/office/drawing/2014/main" id="{CB83DEFD-C76A-E192-4470-7F7DCE92CBCE}"/>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0EBF15C6-51A3-0039-7C8E-9F5BC53301CA}"/>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F2827DB-A570-B094-5067-79A4F7DA7F3C}"/>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4DF52F4-C942-A75F-0F4B-911959D2F300}"/>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944BFA9-C671-8332-EC4C-A56CAAB34AEF}"/>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17040493"/>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058011" y="600148"/>
            <a:ext cx="10058400" cy="1133856"/>
          </a:xfrm>
        </p:spPr>
        <p:txBody>
          <a:bodyPr/>
          <a:lstStyle>
            <a:lvl1pPr>
              <a:defRPr>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058011" y="1828800"/>
            <a:ext cx="4754880" cy="559834"/>
          </a:xfrm>
        </p:spPr>
        <p:txBody>
          <a:bodyPr anchor="b">
            <a:normAutofit/>
          </a:bodyPr>
          <a:lstStyle>
            <a:lvl1pPr marL="0" indent="0">
              <a:lnSpc>
                <a:spcPct val="90000"/>
              </a:lnSpc>
              <a:buNone/>
              <a:defRPr sz="20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35B8AB-C546-6624-5613-679F649D8004}"/>
              </a:ext>
            </a:extLst>
          </p:cNvPr>
          <p:cNvSpPr>
            <a:spLocks noGrp="1"/>
          </p:cNvSpPr>
          <p:nvPr>
            <p:ph sz="quarter" idx="15"/>
          </p:nvPr>
        </p:nvSpPr>
        <p:spPr>
          <a:xfrm>
            <a:off x="1058011" y="2465752"/>
            <a:ext cx="4754880" cy="376396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53436" y="1828800"/>
            <a:ext cx="4754880" cy="559834"/>
          </a:xfrm>
        </p:spPr>
        <p:txBody>
          <a:bodyPr anchor="b">
            <a:normAutofit/>
          </a:bodyPr>
          <a:lstStyle>
            <a:lvl1pPr marL="0" indent="0">
              <a:lnSpc>
                <a:spcPct val="90000"/>
              </a:lnSpc>
              <a:buNone/>
              <a:defRPr sz="20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a:extLst>
              <a:ext uri="{FF2B5EF4-FFF2-40B4-BE49-F238E27FC236}">
                <a16:creationId xmlns:a16="http://schemas.microsoft.com/office/drawing/2014/main" id="{689131D8-B072-15AB-4C0D-39F0B943B0A9}"/>
              </a:ext>
            </a:extLst>
          </p:cNvPr>
          <p:cNvSpPr>
            <a:spLocks noGrp="1"/>
          </p:cNvSpPr>
          <p:nvPr>
            <p:ph sz="quarter" idx="16"/>
          </p:nvPr>
        </p:nvSpPr>
        <p:spPr>
          <a:xfrm>
            <a:off x="6353436" y="2465752"/>
            <a:ext cx="4754880" cy="376396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B7C0F1DD-38C1-462C-A697-E8DF52FBE341}" type="datetime1">
              <a:rPr lang="en-US" smtClean="0"/>
              <a:t>3/4/2026</a:t>
            </a:fld>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5" name="Group 14">
            <a:extLst>
              <a:ext uri="{FF2B5EF4-FFF2-40B4-BE49-F238E27FC236}">
                <a16:creationId xmlns:a16="http://schemas.microsoft.com/office/drawing/2014/main" id="{2E70A967-D43A-531B-AB77-B7D2DE7E4B0F}"/>
              </a:ext>
            </a:extLst>
          </p:cNvPr>
          <p:cNvGrpSpPr/>
          <p:nvPr/>
        </p:nvGrpSpPr>
        <p:grpSpPr>
          <a:xfrm>
            <a:off x="803185" y="0"/>
            <a:ext cx="10585629" cy="6858000"/>
            <a:chOff x="803185" y="0"/>
            <a:chExt cx="10585629" cy="6858000"/>
          </a:xfrm>
        </p:grpSpPr>
        <p:cxnSp>
          <p:nvCxnSpPr>
            <p:cNvPr id="16" name="Straight Connector 15">
              <a:extLst>
                <a:ext uri="{FF2B5EF4-FFF2-40B4-BE49-F238E27FC236}">
                  <a16:creationId xmlns:a16="http://schemas.microsoft.com/office/drawing/2014/main" id="{61B1175E-A767-B7AB-D265-9256ECCA8E8A}"/>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929F5B2-C13B-2102-792E-E51F1738D2A8}"/>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5C2A7D0-2242-BB3D-AC3F-126E076FC3A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40BEB2B-F33C-CFC6-3060-70CD260293D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65224923"/>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1060704" y="603504"/>
            <a:ext cx="10058400" cy="1132258"/>
          </a:xfrm>
        </p:spPr>
        <p:txBody>
          <a:bodyPr/>
          <a:lstStyle>
            <a:lvl1pPr>
              <a:defRPr>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B15132D0-A4B5-4DFA-9485-CB2E482EE77C}" type="datetime1">
              <a:rPr lang="en-US" smtClean="0"/>
              <a:t>3/4/2026</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1" name="Group 10">
            <a:extLst>
              <a:ext uri="{FF2B5EF4-FFF2-40B4-BE49-F238E27FC236}">
                <a16:creationId xmlns:a16="http://schemas.microsoft.com/office/drawing/2014/main" id="{570C8D4F-961C-9DE3-2BE6-ABBC18355BC3}"/>
              </a:ext>
            </a:extLst>
          </p:cNvPr>
          <p:cNvGrpSpPr/>
          <p:nvPr/>
        </p:nvGrpSpPr>
        <p:grpSpPr>
          <a:xfrm>
            <a:off x="803185" y="0"/>
            <a:ext cx="10585629" cy="6858000"/>
            <a:chOff x="803185" y="0"/>
            <a:chExt cx="10585629" cy="6858000"/>
          </a:xfrm>
        </p:grpSpPr>
        <p:cxnSp>
          <p:nvCxnSpPr>
            <p:cNvPr id="12" name="Straight Connector 11">
              <a:extLst>
                <a:ext uri="{FF2B5EF4-FFF2-40B4-BE49-F238E27FC236}">
                  <a16:creationId xmlns:a16="http://schemas.microsoft.com/office/drawing/2014/main" id="{E145383D-28A9-C0D3-8E3D-AA7533D29252}"/>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9B585A5-22BA-F43D-07BD-3BB57145B24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1437C88-1694-66DE-88F2-5F80E4367732}"/>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675A774-D186-6B8B-F966-423BE24E466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96268050"/>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Empty">
    <p:bg>
      <p:bgPr>
        <a:solidFill>
          <a:schemeClr val="accent3"/>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2EC83663-489C-4B0C-BB79-FC178A8643C9}" type="datetime1">
              <a:rPr lang="en-US" smtClean="0"/>
              <a:t>3/4/2026</a:t>
            </a:fld>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0" name="Group 9">
            <a:extLst>
              <a:ext uri="{FF2B5EF4-FFF2-40B4-BE49-F238E27FC236}">
                <a16:creationId xmlns:a16="http://schemas.microsoft.com/office/drawing/2014/main" id="{A5ECB350-6B4D-5D25-5FB0-D995BE7D095F}"/>
              </a:ext>
            </a:extLst>
          </p:cNvPr>
          <p:cNvGrpSpPr/>
          <p:nvPr/>
        </p:nvGrpSpPr>
        <p:grpSpPr>
          <a:xfrm>
            <a:off x="803185" y="0"/>
            <a:ext cx="10585629" cy="6858000"/>
            <a:chOff x="803185" y="0"/>
            <a:chExt cx="10585629" cy="6858000"/>
          </a:xfrm>
        </p:grpSpPr>
        <p:cxnSp>
          <p:nvCxnSpPr>
            <p:cNvPr id="11" name="Straight Connector 10">
              <a:extLst>
                <a:ext uri="{FF2B5EF4-FFF2-40B4-BE49-F238E27FC236}">
                  <a16:creationId xmlns:a16="http://schemas.microsoft.com/office/drawing/2014/main" id="{614889B8-EF0E-CC96-E345-4814F56ED6D9}"/>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60EF97A-5CED-BE43-C066-ED89AE049BD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8CB1FB5-CA0E-AFAB-5607-844D9592A240}"/>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BAA5556-E509-ED49-F4BE-6F664377F5B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7358312"/>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1207008" y="786384"/>
            <a:ext cx="2926080" cy="1737360"/>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14" name="Footer Placeholder 13">
            <a:extLst>
              <a:ext uri="{FF2B5EF4-FFF2-40B4-BE49-F238E27FC236}">
                <a16:creationId xmlns:a16="http://schemas.microsoft.com/office/drawing/2014/main" id="{06EDF8B4-9629-39C1-DDBF-A5485B241DB4}"/>
              </a:ext>
            </a:extLst>
          </p:cNvPr>
          <p:cNvSpPr>
            <a:spLocks noGrp="1"/>
          </p:cNvSpPr>
          <p:nvPr>
            <p:ph type="ftr" sz="quarter" idx="11"/>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1207008" y="2651760"/>
            <a:ext cx="2926080" cy="3383280"/>
          </a:xfrm>
        </p:spPr>
        <p:txBody>
          <a:bodyPr anchor="t">
            <a:normAutofit/>
          </a:bodyPr>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297680" y="786382"/>
            <a:ext cx="6766560" cy="54864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b="0">
                <a:solidFill>
                  <a:schemeClr val="tx1"/>
                </a:solidFill>
              </a:defRPr>
            </a:lvl4pPr>
            <a:lvl5pPr marL="1200150" indent="-285750">
              <a:buFont typeface="Arial" panose="020B0604020202020204" pitchFamily="34" charset="0"/>
              <a:buChar char="•"/>
              <a:defRPr sz="1400" b="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12">
            <a:extLst>
              <a:ext uri="{FF2B5EF4-FFF2-40B4-BE49-F238E27FC236}">
                <a16:creationId xmlns:a16="http://schemas.microsoft.com/office/drawing/2014/main" id="{2EAB326A-0996-8BBC-BFAF-29A228B198CC}"/>
              </a:ext>
            </a:extLst>
          </p:cNvPr>
          <p:cNvSpPr>
            <a:spLocks noGrp="1"/>
          </p:cNvSpPr>
          <p:nvPr>
            <p:ph type="dt" sz="half" idx="10"/>
          </p:nvPr>
        </p:nvSpPr>
        <p:spPr/>
        <p:txBody>
          <a:bodyPr/>
          <a:lstStyle>
            <a:lvl1pPr>
              <a:defRPr>
                <a:solidFill>
                  <a:schemeClr val="tx1"/>
                </a:solidFill>
              </a:defRPr>
            </a:lvl1pPr>
          </a:lstStyle>
          <a:p>
            <a:fld id="{C41BEF89-672A-4E25-926B-58E382525C3F}" type="datetime1">
              <a:rPr lang="en-US" smtClean="0"/>
              <a:t>3/4/2026</a:t>
            </a:fld>
            <a:endParaRPr lang="en-US" dirty="0"/>
          </a:p>
        </p:txBody>
      </p:sp>
      <p:sp>
        <p:nvSpPr>
          <p:cNvPr id="15" name="Slide Number Placeholder 14">
            <a:extLst>
              <a:ext uri="{FF2B5EF4-FFF2-40B4-BE49-F238E27FC236}">
                <a16:creationId xmlns:a16="http://schemas.microsoft.com/office/drawing/2014/main" id="{3AE9EB23-C42E-AFD9-410F-5D3A9B4737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8" name="Group 7">
            <a:extLst>
              <a:ext uri="{FF2B5EF4-FFF2-40B4-BE49-F238E27FC236}">
                <a16:creationId xmlns:a16="http://schemas.microsoft.com/office/drawing/2014/main" id="{8179AB9D-F8E4-DA67-2113-2CB4FAAA3FE3}"/>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4D1AF63C-58A3-D664-0F8A-2F866DE99229}"/>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7353FA6-146A-25CD-A52A-50A0DBA7C44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3D17F74-4821-8F53-7E3E-BD10714CA13A}"/>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CBD083B-641D-8442-0510-78BC3BDFF82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56451782"/>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1207008" y="786384"/>
            <a:ext cx="3595634" cy="1920240"/>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207008" y="2752344"/>
            <a:ext cx="3585586" cy="3291840"/>
          </a:xfrm>
        </p:spPr>
        <p:txBody>
          <a:bodyPr anchor="b"/>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063318" y="402336"/>
            <a:ext cx="6328768"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lvl1pPr>
              <a:defRPr>
                <a:solidFill>
                  <a:schemeClr val="tx1"/>
                </a:solidFill>
              </a:defRPr>
            </a:lvl1pPr>
          </a:lstStyle>
          <a:p>
            <a:fld id="{9931E9BD-2556-46EE-BDF5-EE03A42C0687}" type="datetime1">
              <a:rPr lang="en-US" smtClean="0"/>
              <a:t>3/4/2026</a:t>
            </a:fld>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8" name="Straight Connector 7">
            <a:extLst>
              <a:ext uri="{FF2B5EF4-FFF2-40B4-BE49-F238E27FC236}">
                <a16:creationId xmlns:a16="http://schemas.microsoft.com/office/drawing/2014/main" id="{DF475923-C72A-59CC-2F27-3B42DE9E23C1}"/>
              </a:ext>
            </a:extLst>
          </p:cNvPr>
          <p:cNvCxnSpPr/>
          <p:nvPr/>
        </p:nvCxnSpPr>
        <p:spPr>
          <a:xfrm>
            <a:off x="5044948" y="402336"/>
            <a:ext cx="0" cy="605332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644E6E6F-31C5-280B-B965-1DCA584FB10B}"/>
              </a:ext>
            </a:extLst>
          </p:cNvPr>
          <p:cNvGrpSpPr/>
          <p:nvPr/>
        </p:nvGrpSpPr>
        <p:grpSpPr>
          <a:xfrm>
            <a:off x="803185" y="0"/>
            <a:ext cx="10585629" cy="6858000"/>
            <a:chOff x="803185" y="0"/>
            <a:chExt cx="10585629" cy="6858000"/>
          </a:xfrm>
        </p:grpSpPr>
        <p:cxnSp>
          <p:nvCxnSpPr>
            <p:cNvPr id="10" name="Straight Connector 9">
              <a:extLst>
                <a:ext uri="{FF2B5EF4-FFF2-40B4-BE49-F238E27FC236}">
                  <a16:creationId xmlns:a16="http://schemas.microsoft.com/office/drawing/2014/main" id="{E46DD8FB-C3C8-02D7-0EEC-1FA8A0E72EE2}"/>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E287276-FB86-B497-EB85-08D57647FCBA}"/>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0AFABFB-CCBD-F586-5A5B-F739C98FEB06}"/>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B33A7C7-3944-5EFF-0F5A-CD13C776DD13}"/>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87400000"/>
      </p:ext>
    </p:extLst>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07008" y="786384"/>
            <a:ext cx="7342307" cy="2085339"/>
          </a:xfrm>
        </p:spPr>
        <p:txBody>
          <a:bodyPr anchor="b">
            <a:noAutofit/>
          </a:bodyPr>
          <a:lstStyle>
            <a:lvl1pPr>
              <a:defRPr sz="6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207008" y="3594099"/>
            <a:ext cx="9601200" cy="237744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C89BE370-40DD-429A-ADED-41858713F7D9}" type="datetime1">
              <a:rPr lang="en-US" smtClean="0"/>
              <a:t>3/4/2026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CFF997AB-1CB0-F155-5BD6-8AD0DF5F9C8C}"/>
              </a:ext>
            </a:extLst>
          </p:cNvPr>
          <p:cNvGrpSpPr/>
          <p:nvPr/>
        </p:nvGrpSpPr>
        <p:grpSpPr>
          <a:xfrm>
            <a:off x="803185" y="0"/>
            <a:ext cx="10585629" cy="6858000"/>
            <a:chOff x="803185" y="0"/>
            <a:chExt cx="10585629" cy="6858000"/>
          </a:xfrm>
        </p:grpSpPr>
        <p:cxnSp>
          <p:nvCxnSpPr>
            <p:cNvPr id="7" name="Straight Connector 6">
              <a:extLst>
                <a:ext uri="{FF2B5EF4-FFF2-40B4-BE49-F238E27FC236}">
                  <a16:creationId xmlns:a16="http://schemas.microsoft.com/office/drawing/2014/main" id="{5CD1A663-8D32-81FC-CF0E-3943276FC5B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88FB5FE-FF71-6B7B-03A4-B78EA9E50FE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24967FC-68C7-FF99-F0D4-F11F22519D8E}"/>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0437DFC-E04A-54B1-CFEA-8D9349D6EB7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91113878"/>
      </p:ext>
    </p:extLst>
  </p:cSld>
  <p:clrMapOvr>
    <a:overrideClrMapping bg1="dk1" tx1="lt1" bg2="dk2" tx2="lt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07008" y="786384"/>
            <a:ext cx="8430767" cy="2520011"/>
          </a:xfrm>
        </p:spPr>
        <p:txBody>
          <a:bodyPr anchor="b">
            <a:noAutofit/>
          </a:bodyPr>
          <a:lstStyle>
            <a:lvl1pPr>
              <a:defRPr sz="6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16200000">
            <a:off x="-1005840" y="1525384"/>
            <a:ext cx="2805405" cy="365125"/>
          </a:xfrm>
          <a:prstGeom prst="rect">
            <a:avLst/>
          </a:prstGeom>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207008" y="3622673"/>
            <a:ext cx="8430639" cy="1609344"/>
          </a:xfrm>
        </p:spPr>
        <p:txBody>
          <a:bodyPr>
            <a:noAutofit/>
          </a:bodyPr>
          <a:lstStyle>
            <a:lvl1pPr marL="0" indent="0">
              <a:buNone/>
              <a:defRPr sz="1800">
                <a:solidFill>
                  <a:schemeClr val="tx1"/>
                </a:solidFill>
              </a:defRPr>
            </a:lvl1pPr>
            <a:lvl2pPr marL="228600" indent="0">
              <a:buNone/>
              <a:defRPr sz="16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B744B83-DEC6-42A9-90ED-B3D6C76A8643}" type="datetime1">
              <a:rPr lang="en-US" smtClean="0"/>
              <a:t>3/4/2026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F4604B72-3E24-1723-74C9-C1E295269A19}"/>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2CEF3A60-0DC4-008A-49C8-C3FD46FA3B85}"/>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A618110-A634-DE8C-5B6D-35477E47ED2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08E21D7-A780-C513-5EB6-4A6C625665C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32C4757-1CA9-394F-33BF-C5A9D77182F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3373742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066800" y="685800"/>
            <a:ext cx="10058400"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73385" y="6229552"/>
            <a:ext cx="429207" cy="365125"/>
          </a:xfrm>
          <a:prstGeom prst="rect">
            <a:avLst/>
          </a:prstGeom>
        </p:spPr>
        <p:txBody>
          <a:bodyPr vert="horz" lIns="91440" tIns="45720" rIns="91440" bIns="45720" rtlCol="0" anchor="ctr"/>
          <a:lstStyle>
            <a:lvl1pPr algn="ctr" rtl="0">
              <a:defRPr sz="900" b="0" i="0">
                <a:solidFill>
                  <a:schemeClr val="tx1"/>
                </a:solidFill>
                <a:latin typeface="+mn-lt"/>
              </a:defRPr>
            </a:lvl1pPr>
          </a:lstStyle>
          <a:p>
            <a:fld id="{CC057153-B650-4DEB-B370-79DDCFDCE934}" type="slidenum">
              <a:rPr lang="en-US" smtClean="0"/>
              <a:pPr/>
              <a:t>‹#›</a:t>
            </a:fld>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066800" y="1920240"/>
            <a:ext cx="1005840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rot="5400000">
            <a:off x="10040831" y="4206240"/>
            <a:ext cx="3494314" cy="365125"/>
          </a:xfrm>
          <a:prstGeom prst="rect">
            <a:avLst/>
          </a:prstGeom>
        </p:spPr>
        <p:txBody>
          <a:bodyPr vert="horz" lIns="91440" tIns="45720" rIns="91440" bIns="45720" rtlCol="0" anchor="ctr"/>
          <a:lstStyle>
            <a:lvl1pPr algn="r" rtl="0">
              <a:defRPr sz="900" b="0" i="0">
                <a:solidFill>
                  <a:schemeClr val="tx1"/>
                </a:solidFill>
                <a:latin typeface="+mn-lt"/>
              </a:defRPr>
            </a:lvl1pPr>
          </a:lstStyle>
          <a:p>
            <a:fld id="{5D94B1B5-61D9-4408-A2B5-CA06F768CAB1}" type="datetime1">
              <a:rPr lang="en-US" smtClean="0"/>
              <a:t>3/4/2026</a:t>
            </a:fld>
            <a:endParaRPr lang="en-US" dirty="0"/>
          </a:p>
        </p:txBody>
      </p:sp>
      <p:sp>
        <p:nvSpPr>
          <p:cNvPr id="12" name="Freeform 11" hidden="1">
            <a:extLst>
              <a:ext uri="{FF2B5EF4-FFF2-40B4-BE49-F238E27FC236}">
                <a16:creationId xmlns:a16="http://schemas.microsoft.com/office/drawing/2014/main" id="{918C00E2-AFB8-E789-01F1-47EC64846D95}"/>
              </a:ext>
            </a:extLst>
          </p:cNvPr>
          <p:cNvSpPr/>
          <p:nvPr/>
        </p:nvSpPr>
        <p:spPr>
          <a:xfrm>
            <a:off x="812559" y="393189"/>
            <a:ext cx="10579798" cy="6071619"/>
          </a:xfrm>
          <a:custGeom>
            <a:avLst/>
            <a:gdLst>
              <a:gd name="connsiteX0" fmla="*/ 10186606 w 10579798"/>
              <a:gd name="connsiteY0" fmla="*/ 0 h 6071619"/>
              <a:gd name="connsiteX1" fmla="*/ 10579798 w 10579798"/>
              <a:gd name="connsiteY1" fmla="*/ 0 h 6071619"/>
              <a:gd name="connsiteX2" fmla="*/ 10579798 w 10579798"/>
              <a:gd name="connsiteY2" fmla="*/ 6071619 h 6071619"/>
              <a:gd name="connsiteX3" fmla="*/ 10186606 w 10579798"/>
              <a:gd name="connsiteY3" fmla="*/ 6071619 h 6071619"/>
              <a:gd name="connsiteX4" fmla="*/ 10186606 w 10579798"/>
              <a:gd name="connsiteY4" fmla="*/ 393194 h 6071619"/>
              <a:gd name="connsiteX5" fmla="*/ 393192 w 10579798"/>
              <a:gd name="connsiteY5" fmla="*/ 393194 h 6071619"/>
              <a:gd name="connsiteX6" fmla="*/ 393192 w 10579798"/>
              <a:gd name="connsiteY6" fmla="*/ 5870339 h 6071619"/>
              <a:gd name="connsiteX7" fmla="*/ 0 w 10579798"/>
              <a:gd name="connsiteY7" fmla="*/ 5870339 h 6071619"/>
              <a:gd name="connsiteX8" fmla="*/ 0 w 10579798"/>
              <a:gd name="connsiteY8" fmla="*/ 2 h 6071619"/>
              <a:gd name="connsiteX9" fmla="*/ 157401 w 10579798"/>
              <a:gd name="connsiteY9" fmla="*/ 2 h 6071619"/>
              <a:gd name="connsiteX10" fmla="*/ 393192 w 10579798"/>
              <a:gd name="connsiteY10" fmla="*/ 2 h 6071619"/>
              <a:gd name="connsiteX11" fmla="*/ 10186606 w 10579798"/>
              <a:gd name="connsiteY11" fmla="*/ 2 h 6071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79798" h="6071619">
                <a:moveTo>
                  <a:pt x="10186606" y="0"/>
                </a:moveTo>
                <a:lnTo>
                  <a:pt x="10579798" y="0"/>
                </a:lnTo>
                <a:lnTo>
                  <a:pt x="10579798" y="6071619"/>
                </a:lnTo>
                <a:lnTo>
                  <a:pt x="10186606" y="6071619"/>
                </a:lnTo>
                <a:lnTo>
                  <a:pt x="10186606" y="393194"/>
                </a:lnTo>
                <a:lnTo>
                  <a:pt x="393192" y="393194"/>
                </a:lnTo>
                <a:lnTo>
                  <a:pt x="393192" y="5870339"/>
                </a:lnTo>
                <a:lnTo>
                  <a:pt x="0" y="5870339"/>
                </a:lnTo>
                <a:lnTo>
                  <a:pt x="0" y="2"/>
                </a:lnTo>
                <a:lnTo>
                  <a:pt x="157401" y="2"/>
                </a:lnTo>
                <a:lnTo>
                  <a:pt x="393192" y="2"/>
                </a:lnTo>
                <a:lnTo>
                  <a:pt x="10186606" y="2"/>
                </a:lnTo>
                <a:close/>
              </a:path>
            </a:pathLst>
          </a:custGeom>
          <a:solidFill>
            <a:schemeClr val="accent5">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6" hidden="1">
            <a:extLst>
              <a:ext uri="{FF2B5EF4-FFF2-40B4-BE49-F238E27FC236}">
                <a16:creationId xmlns:a16="http://schemas.microsoft.com/office/drawing/2014/main" id="{6A6CDCAD-B761-0A5F-55A7-CE79AB3802A7}"/>
              </a:ext>
            </a:extLst>
          </p:cNvPr>
          <p:cNvSpPr/>
          <p:nvPr userDrawn="1"/>
        </p:nvSpPr>
        <p:spPr>
          <a:xfrm>
            <a:off x="812559" y="393189"/>
            <a:ext cx="10579798" cy="6071619"/>
          </a:xfrm>
          <a:custGeom>
            <a:avLst/>
            <a:gdLst>
              <a:gd name="connsiteX0" fmla="*/ 10186606 w 10579798"/>
              <a:gd name="connsiteY0" fmla="*/ 0 h 6071619"/>
              <a:gd name="connsiteX1" fmla="*/ 10579798 w 10579798"/>
              <a:gd name="connsiteY1" fmla="*/ 0 h 6071619"/>
              <a:gd name="connsiteX2" fmla="*/ 10579798 w 10579798"/>
              <a:gd name="connsiteY2" fmla="*/ 6071619 h 6071619"/>
              <a:gd name="connsiteX3" fmla="*/ 10186606 w 10579798"/>
              <a:gd name="connsiteY3" fmla="*/ 6071619 h 6071619"/>
              <a:gd name="connsiteX4" fmla="*/ 10186606 w 10579798"/>
              <a:gd name="connsiteY4" fmla="*/ 393194 h 6071619"/>
              <a:gd name="connsiteX5" fmla="*/ 393192 w 10579798"/>
              <a:gd name="connsiteY5" fmla="*/ 393194 h 6071619"/>
              <a:gd name="connsiteX6" fmla="*/ 393192 w 10579798"/>
              <a:gd name="connsiteY6" fmla="*/ 5870339 h 6071619"/>
              <a:gd name="connsiteX7" fmla="*/ 0 w 10579798"/>
              <a:gd name="connsiteY7" fmla="*/ 5870339 h 6071619"/>
              <a:gd name="connsiteX8" fmla="*/ 0 w 10579798"/>
              <a:gd name="connsiteY8" fmla="*/ 2 h 6071619"/>
              <a:gd name="connsiteX9" fmla="*/ 157401 w 10579798"/>
              <a:gd name="connsiteY9" fmla="*/ 2 h 6071619"/>
              <a:gd name="connsiteX10" fmla="*/ 393192 w 10579798"/>
              <a:gd name="connsiteY10" fmla="*/ 2 h 6071619"/>
              <a:gd name="connsiteX11" fmla="*/ 10186606 w 10579798"/>
              <a:gd name="connsiteY11" fmla="*/ 2 h 6071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79798" h="6071619">
                <a:moveTo>
                  <a:pt x="10186606" y="0"/>
                </a:moveTo>
                <a:lnTo>
                  <a:pt x="10579798" y="0"/>
                </a:lnTo>
                <a:lnTo>
                  <a:pt x="10579798" y="6071619"/>
                </a:lnTo>
                <a:lnTo>
                  <a:pt x="10186606" y="6071619"/>
                </a:lnTo>
                <a:lnTo>
                  <a:pt x="10186606" y="393194"/>
                </a:lnTo>
                <a:lnTo>
                  <a:pt x="393192" y="393194"/>
                </a:lnTo>
                <a:lnTo>
                  <a:pt x="393192" y="5870339"/>
                </a:lnTo>
                <a:lnTo>
                  <a:pt x="0" y="5870339"/>
                </a:lnTo>
                <a:lnTo>
                  <a:pt x="0" y="2"/>
                </a:lnTo>
                <a:lnTo>
                  <a:pt x="157401" y="2"/>
                </a:lnTo>
                <a:lnTo>
                  <a:pt x="393192" y="2"/>
                </a:lnTo>
                <a:lnTo>
                  <a:pt x="10186606" y="2"/>
                </a:lnTo>
                <a:close/>
              </a:path>
            </a:pathLst>
          </a:custGeom>
          <a:solidFill>
            <a:schemeClr val="accent5">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056564892"/>
      </p:ext>
    </p:extLst>
  </p:cSld>
  <p:clrMap bg1="dk1" tx1="lt1" bg2="dk2" tx2="lt2" accent1="accent1" accent2="accent2" accent3="accent3" accent4="accent4" accent5="accent5" accent6="accent6" hlink="hlink" folHlink="folHlink"/>
  <p:sldLayoutIdLst>
    <p:sldLayoutId id="2147483918" r:id="rId1"/>
    <p:sldLayoutId id="2147483919" r:id="rId2"/>
    <p:sldLayoutId id="2147483920" r:id="rId3"/>
    <p:sldLayoutId id="2147483921" r:id="rId4"/>
    <p:sldLayoutId id="2147483922" r:id="rId5"/>
    <p:sldLayoutId id="2147483976" r:id="rId6"/>
    <p:sldLayoutId id="2147483923" r:id="rId7"/>
    <p:sldLayoutId id="2147483924" r:id="rId8"/>
    <p:sldLayoutId id="2147483925" r:id="rId9"/>
    <p:sldLayoutId id="2147483926" r:id="rId10"/>
    <p:sldLayoutId id="2147483927" r:id="rId11"/>
    <p:sldLayoutId id="2147483928" r:id="rId12"/>
    <p:sldLayoutId id="2147483929" r:id="rId13"/>
    <p:sldLayoutId id="2147483930" r:id="rId14"/>
    <p:sldLayoutId id="2147483931" r:id="rId15"/>
    <p:sldLayoutId id="2147483932" r:id="rId16"/>
    <p:sldLayoutId id="2147483933" r:id="rId17"/>
    <p:sldLayoutId id="2147483934" r:id="rId18"/>
    <p:sldLayoutId id="2147483935" r:id="rId19"/>
    <p:sldLayoutId id="2147483936" r:id="rId20"/>
    <p:sldLayoutId id="2147483937" r:id="rId21"/>
    <p:sldLayoutId id="2147483938" r:id="rId22"/>
    <p:sldLayoutId id="2147483939" r:id="rId23"/>
    <p:sldLayoutId id="2147483940" r:id="rId24"/>
    <p:sldLayoutId id="2147483941" r:id="rId25"/>
    <p:sldLayoutId id="2147483942" r:id="rId26"/>
    <p:sldLayoutId id="2147483943" r:id="rId27"/>
    <p:sldLayoutId id="2147483944" r:id="rId28"/>
    <p:sldLayoutId id="2147483945" r:id="rId29"/>
    <p:sldLayoutId id="2147483946" r:id="rId30"/>
    <p:sldLayoutId id="2147483947" r:id="rId31"/>
    <p:sldLayoutId id="2147483948" r:id="rId32"/>
    <p:sldLayoutId id="2147483949" r:id="rId33"/>
    <p:sldLayoutId id="2147483950" r:id="rId34"/>
    <p:sldLayoutId id="2147483951" r:id="rId35"/>
    <p:sldLayoutId id="2147483952" r:id="rId36"/>
    <p:sldLayoutId id="2147483953" r:id="rId37"/>
    <p:sldLayoutId id="2147483954" r:id="rId38"/>
    <p:sldLayoutId id="2147483955" r:id="rId39"/>
    <p:sldLayoutId id="2147483956" r:id="rId40"/>
    <p:sldLayoutId id="2147483957" r:id="rId41"/>
    <p:sldLayoutId id="2147483958" r:id="rId42"/>
    <p:sldLayoutId id="2147483959" r:id="rId43"/>
    <p:sldLayoutId id="2147483960" r:id="rId44"/>
    <p:sldLayoutId id="2147483961" r:id="rId45"/>
    <p:sldLayoutId id="2147483962" r:id="rId46"/>
    <p:sldLayoutId id="2147483963" r:id="rId47"/>
    <p:sldLayoutId id="2147483964" r:id="rId48"/>
    <p:sldLayoutId id="2147483965" r:id="rId49"/>
    <p:sldLayoutId id="2147483966" r:id="rId50"/>
    <p:sldLayoutId id="2147483967" r:id="rId51"/>
    <p:sldLayoutId id="2147483969" r:id="rId52"/>
    <p:sldLayoutId id="2147483970" r:id="rId53"/>
    <p:sldLayoutId id="2147483971" r:id="rId54"/>
    <p:sldLayoutId id="2147483972" r:id="rId55"/>
    <p:sldLayoutId id="2147483973" r:id="rId56"/>
    <p:sldLayoutId id="2147483974" r:id="rId57"/>
    <p:sldLayoutId id="2147483975" r:id="rId58"/>
  </p:sldLayoutIdLst>
  <p:hf hdr="0" dt="0"/>
  <p:txStyles>
    <p:titleStyle>
      <a:lvl1pPr algn="l" defTabSz="914400" rtl="0" eaLnBrk="1" latinLnBrk="0" hangingPunct="1">
        <a:lnSpc>
          <a:spcPct val="100000"/>
        </a:lnSpc>
        <a:spcBef>
          <a:spcPct val="0"/>
        </a:spcBef>
        <a:buNone/>
        <a:defRPr sz="4000" b="0" i="0" kern="1200" cap="all" baseline="0">
          <a:solidFill>
            <a:schemeClr val="tx1"/>
          </a:solidFill>
          <a:latin typeface="+mj-lt"/>
          <a:ea typeface="+mj-ea"/>
          <a:cs typeface="+mj-cs"/>
        </a:defRPr>
      </a:lvl1pPr>
    </p:titleStyle>
    <p:bodyStyle>
      <a:lvl1pPr marL="285750" indent="-285750" algn="l" defTabSz="914400" rtl="0" eaLnBrk="1" latinLnBrk="0" hangingPunct="1">
        <a:lnSpc>
          <a:spcPct val="100000"/>
        </a:lnSpc>
        <a:spcBef>
          <a:spcPts val="1000"/>
        </a:spcBef>
        <a:buFont typeface="Arial" panose="020B0604020202020204" pitchFamily="34" charset="0"/>
        <a:buChar char="•"/>
        <a:defRPr sz="1800" b="0" i="0" kern="1200">
          <a:solidFill>
            <a:schemeClr val="tx1"/>
          </a:solidFill>
          <a:latin typeface="+mn-lt"/>
          <a:ea typeface="+mn-ea"/>
          <a:cs typeface="+mn-cs"/>
        </a:defRPr>
      </a:lvl1pPr>
      <a:lvl2pPr marL="514350" indent="-285750" algn="l" defTabSz="914400" rtl="0" eaLnBrk="1" latinLnBrk="0" hangingPunct="1">
        <a:lnSpc>
          <a:spcPct val="100000"/>
        </a:lnSpc>
        <a:spcBef>
          <a:spcPts val="500"/>
        </a:spcBef>
        <a:buFont typeface="Arial" panose="020B0604020202020204" pitchFamily="34" charset="0"/>
        <a:buChar char="•"/>
        <a:defRPr sz="1600" b="0" i="0" kern="1200">
          <a:solidFill>
            <a:schemeClr val="tx1"/>
          </a:solidFill>
          <a:latin typeface="+mn-lt"/>
          <a:ea typeface="+mn-ea"/>
          <a:cs typeface="+mn-cs"/>
        </a:defRPr>
      </a:lvl2pPr>
      <a:lvl3pPr marL="742950" indent="-28575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715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DDE22-9905-0CCB-3A98-A4EF31866425}"/>
              </a:ext>
            </a:extLst>
          </p:cNvPr>
          <p:cNvSpPr>
            <a:spLocks noGrp="1"/>
          </p:cNvSpPr>
          <p:nvPr>
            <p:ph type="title"/>
          </p:nvPr>
        </p:nvSpPr>
        <p:spPr>
          <a:xfrm>
            <a:off x="1207004" y="1073329"/>
            <a:ext cx="7876287" cy="3592629"/>
          </a:xfrm>
        </p:spPr>
        <p:txBody>
          <a:bodyPr anchor="b">
            <a:normAutofit/>
          </a:bodyPr>
          <a:lstStyle/>
          <a:p>
            <a:pPr>
              <a:lnSpc>
                <a:spcPct val="90000"/>
              </a:lnSpc>
            </a:pPr>
            <a:r>
              <a:rPr lang="en-US" sz="6100"/>
              <a:t>Python Decorators: From Basics to Advanced</a:t>
            </a:r>
          </a:p>
        </p:txBody>
      </p:sp>
      <p:sp>
        <p:nvSpPr>
          <p:cNvPr id="3" name="Subtitle 2">
            <a:extLst>
              <a:ext uri="{FF2B5EF4-FFF2-40B4-BE49-F238E27FC236}">
                <a16:creationId xmlns:a16="http://schemas.microsoft.com/office/drawing/2014/main" id="{7D417D38-D2BA-37EF-57C1-64E82C9726E2}"/>
              </a:ext>
            </a:extLst>
          </p:cNvPr>
          <p:cNvSpPr>
            <a:spLocks noGrp="1"/>
          </p:cNvSpPr>
          <p:nvPr>
            <p:ph type="body" sz="quarter" idx="17"/>
          </p:nvPr>
        </p:nvSpPr>
        <p:spPr>
          <a:xfrm>
            <a:off x="1207007" y="4715111"/>
            <a:ext cx="7375466" cy="1014984"/>
          </a:xfrm>
        </p:spPr>
        <p:txBody>
          <a:bodyPr anchor="t">
            <a:normAutofit/>
          </a:bodyPr>
          <a:lstStyle/>
          <a:p>
            <a:r>
              <a:rPr lang="en-US"/>
              <a:t>Enhance functions with flexible and reusable coding techniques</a:t>
            </a:r>
          </a:p>
        </p:txBody>
      </p:sp>
      <p:sp>
        <p:nvSpPr>
          <p:cNvPr id="5" name="Slide Number Placeholder 4">
            <a:extLst>
              <a:ext uri="{FF2B5EF4-FFF2-40B4-BE49-F238E27FC236}">
                <a16:creationId xmlns:a16="http://schemas.microsoft.com/office/drawing/2014/main" id="{B2E5A0E4-FD8B-85FB-5DB9-209F310D8283}"/>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1</a:t>
            </a:fld>
            <a:endParaRPr lang="en-US"/>
          </a:p>
        </p:txBody>
      </p:sp>
    </p:spTree>
    <p:extLst>
      <p:ext uri="{BB962C8B-B14F-4D97-AF65-F5344CB8AC3E}">
        <p14:creationId xmlns:p14="http://schemas.microsoft.com/office/powerpoint/2010/main" val="3554470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250"/>
                                  </p:stCondLst>
                                  <p:iterate>
                                    <p:tmPct val="10000"/>
                                  </p:iterate>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E0DFD-8C00-1986-BF4D-2484EA1A3C31}"/>
              </a:ext>
            </a:extLst>
          </p:cNvPr>
          <p:cNvSpPr>
            <a:spLocks noGrp="1"/>
          </p:cNvSpPr>
          <p:nvPr>
            <p:ph type="ctrTitle"/>
          </p:nvPr>
        </p:nvSpPr>
        <p:spPr>
          <a:xfrm>
            <a:off x="4130040" y="1645920"/>
            <a:ext cx="3931920" cy="3566160"/>
          </a:xfrm>
        </p:spPr>
        <p:txBody>
          <a:bodyPr anchor="ctr">
            <a:normAutofit/>
          </a:bodyPr>
          <a:lstStyle/>
          <a:p>
            <a:pPr>
              <a:lnSpc>
                <a:spcPct val="90000"/>
              </a:lnSpc>
            </a:pPr>
            <a:r>
              <a:rPr lang="en-US" sz="4300"/>
              <a:t>Introduction to Python Decorators</a:t>
            </a:r>
          </a:p>
        </p:txBody>
      </p:sp>
      <p:sp>
        <p:nvSpPr>
          <p:cNvPr id="5" name="Slide Number Placeholder 4">
            <a:extLst>
              <a:ext uri="{FF2B5EF4-FFF2-40B4-BE49-F238E27FC236}">
                <a16:creationId xmlns:a16="http://schemas.microsoft.com/office/drawing/2014/main" id="{64B2AB39-8AFD-1017-7278-5999308CA8DF}"/>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2</a:t>
            </a:fld>
            <a:endParaRPr lang="en-US"/>
          </a:p>
        </p:txBody>
      </p:sp>
    </p:spTree>
    <p:extLst>
      <p:ext uri="{BB962C8B-B14F-4D97-AF65-F5344CB8AC3E}">
        <p14:creationId xmlns:p14="http://schemas.microsoft.com/office/powerpoint/2010/main" val="40902436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D012E-7837-530B-4159-D5C922A58F0F}"/>
              </a:ext>
            </a:extLst>
          </p:cNvPr>
          <p:cNvSpPr>
            <a:spLocks noGrp="1"/>
          </p:cNvSpPr>
          <p:nvPr>
            <p:ph type="title"/>
          </p:nvPr>
        </p:nvSpPr>
        <p:spPr>
          <a:xfrm>
            <a:off x="1207008" y="786384"/>
            <a:ext cx="7772400" cy="914400"/>
          </a:xfrm>
        </p:spPr>
        <p:txBody>
          <a:bodyPr anchor="b">
            <a:normAutofit/>
          </a:bodyPr>
          <a:lstStyle/>
          <a:p>
            <a:r>
              <a:rPr lang="en-US"/>
              <a:t>Understanding Decorators</a:t>
            </a:r>
          </a:p>
        </p:txBody>
      </p:sp>
      <p:sp>
        <p:nvSpPr>
          <p:cNvPr id="4" name="Content Placeholder 3">
            <a:extLst>
              <a:ext uri="{FF2B5EF4-FFF2-40B4-BE49-F238E27FC236}">
                <a16:creationId xmlns:a16="http://schemas.microsoft.com/office/drawing/2014/main" id="{346B0E67-51E3-329D-BC3F-89957620441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207008" y="1828800"/>
            <a:ext cx="7772400" cy="4206240"/>
          </a:xfrm>
        </p:spPr>
        <p:txBody>
          <a:bodyPr>
            <a:normAutofit/>
          </a:bodyPr>
          <a:lstStyle/>
          <a:p>
            <a:pPr marL="0" indent="0">
              <a:spcBef>
                <a:spcPts val="2500"/>
              </a:spcBef>
              <a:buFont typeface="Arial" panose="020B0604020202020204" pitchFamily="34" charset="0"/>
              <a:buNone/>
            </a:pPr>
            <a:r>
              <a:rPr lang="en-US" b="1"/>
              <a:t>Decorator Concept</a:t>
            </a:r>
          </a:p>
          <a:p>
            <a:pPr marL="0" lvl="1" indent="0">
              <a:buFont typeface="Arial" panose="020B0604020202020204" pitchFamily="34" charset="0"/>
              <a:buNone/>
            </a:pPr>
            <a:r>
              <a:t>Decorators are functions that modify other functions without changing their code, enhancing functionality.</a:t>
            </a:r>
            <a:endParaRPr lang="en-US"/>
          </a:p>
          <a:p>
            <a:pPr marL="0" indent="0">
              <a:spcBef>
                <a:spcPts val="2500"/>
              </a:spcBef>
              <a:buFont typeface="Arial" panose="020B0604020202020204" pitchFamily="34" charset="0"/>
              <a:buNone/>
            </a:pPr>
            <a:r>
              <a:rPr lang="en-US" b="1"/>
              <a:t>Use Cases</a:t>
            </a:r>
          </a:p>
          <a:p>
            <a:pPr marL="0" lvl="1" indent="0">
              <a:buFont typeface="Arial" panose="020B0604020202020204" pitchFamily="34" charset="0"/>
              <a:buNone/>
            </a:pPr>
            <a:r>
              <a:t>Common uses for decorators include logging, authentication, and performance monitoring to simplify code.</a:t>
            </a:r>
            <a:endParaRPr lang="en-US"/>
          </a:p>
          <a:p>
            <a:pPr marL="0" indent="0">
              <a:spcBef>
                <a:spcPts val="2500"/>
              </a:spcBef>
              <a:buFont typeface="Arial" panose="020B0604020202020204" pitchFamily="34" charset="0"/>
              <a:buNone/>
            </a:pPr>
            <a:r>
              <a:rPr lang="en-US" b="1"/>
              <a:t>Code Reusability</a:t>
            </a:r>
          </a:p>
          <a:p>
            <a:pPr marL="0" lvl="1" indent="0">
              <a:buFont typeface="Arial" panose="020B0604020202020204" pitchFamily="34" charset="0"/>
              <a:buNone/>
            </a:pPr>
            <a:r>
              <a:t>Decorators promote code reusability and separation of concerns, making programs cleaner and maintainable.</a:t>
            </a:r>
            <a:endParaRPr lang="en-US"/>
          </a:p>
          <a:p>
            <a:pPr marL="0" indent="0">
              <a:spcBef>
                <a:spcPts val="2500"/>
              </a:spcBef>
              <a:buFont typeface="Arial" panose="020B0604020202020204" pitchFamily="34" charset="0"/>
              <a:buNone/>
            </a:pPr>
            <a:r>
              <a:rPr lang="en-US" b="1"/>
              <a:t>Framework Foundations</a:t>
            </a:r>
          </a:p>
          <a:p>
            <a:pPr marL="0" lvl="1" indent="0">
              <a:buFont typeface="Arial" panose="020B0604020202020204" pitchFamily="34" charset="0"/>
              <a:buNone/>
            </a:pPr>
            <a:r>
              <a:t>Many frameworks like Flask and Django rely on decorators for routing and middleware functionality.</a:t>
            </a:r>
            <a:endParaRPr lang="en-US"/>
          </a:p>
        </p:txBody>
      </p:sp>
      <p:sp>
        <p:nvSpPr>
          <p:cNvPr id="10" name="Picture Placeholder 4">
            <a:extLst>
              <a:ext uri="{FF2B5EF4-FFF2-40B4-BE49-F238E27FC236}">
                <a16:creationId xmlns:a16="http://schemas.microsoft.com/office/drawing/2014/main" id="{9EFF2D48-7D8D-402D-1177-8DEBEA74D241}"/>
              </a:ext>
            </a:extLst>
          </p:cNvPr>
          <p:cNvSpPr>
            <a:spLocks noGrp="1"/>
          </p:cNvSpPr>
          <p:nvPr>
            <p:ph type="pic" sz="quarter" idx="13"/>
          </p:nvPr>
        </p:nvSpPr>
        <p:spPr>
          <a:xfrm>
            <a:off x="9287478" y="393289"/>
            <a:ext cx="2084255" cy="6051054"/>
          </a:xfrm>
        </p:spPr>
        <p:txBody>
          <a:bodyPr/>
          <a:lstStyle/>
          <a:p>
            <a:endParaRPr lang="en-IN"/>
          </a:p>
        </p:txBody>
      </p:sp>
      <p:sp>
        <p:nvSpPr>
          <p:cNvPr id="5" name="Slide Number Placeholder 4">
            <a:extLst>
              <a:ext uri="{FF2B5EF4-FFF2-40B4-BE49-F238E27FC236}">
                <a16:creationId xmlns:a16="http://schemas.microsoft.com/office/drawing/2014/main" id="{EFEA8985-FA69-2628-F971-13D9047E0C51}"/>
              </a:ext>
            </a:extLst>
          </p:cNvPr>
          <p:cNvSpPr>
            <a:spLocks noGrp="1"/>
          </p:cNvSpPr>
          <p:nvPr>
            <p:ph type="sldNum" sz="quarter" idx="17"/>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3</a:t>
            </a:fld>
            <a:endParaRPr lang="en-US"/>
          </a:p>
        </p:txBody>
      </p:sp>
    </p:spTree>
    <p:extLst>
      <p:ext uri="{BB962C8B-B14F-4D97-AF65-F5344CB8AC3E}">
        <p14:creationId xmlns:p14="http://schemas.microsoft.com/office/powerpoint/2010/main" val="9786982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FDF51-3082-C392-A860-69723F872ECA}"/>
              </a:ext>
            </a:extLst>
          </p:cNvPr>
          <p:cNvSpPr>
            <a:spLocks noGrp="1"/>
          </p:cNvSpPr>
          <p:nvPr>
            <p:ph type="title"/>
          </p:nvPr>
        </p:nvSpPr>
        <p:spPr/>
        <p:txBody>
          <a:bodyPr/>
          <a:lstStyle/>
          <a:p>
            <a:r>
              <a:rPr lang="en-IN" dirty="0"/>
              <a:t>What are Decorators?</a:t>
            </a:r>
          </a:p>
        </p:txBody>
      </p:sp>
      <p:sp>
        <p:nvSpPr>
          <p:cNvPr id="3" name="Content Placeholder 2">
            <a:extLst>
              <a:ext uri="{FF2B5EF4-FFF2-40B4-BE49-F238E27FC236}">
                <a16:creationId xmlns:a16="http://schemas.microsoft.com/office/drawing/2014/main" id="{0629C228-67E3-9B96-FF3B-EE4222689D1D}"/>
              </a:ext>
            </a:extLst>
          </p:cNvPr>
          <p:cNvSpPr>
            <a:spLocks noGrp="1"/>
          </p:cNvSpPr>
          <p:nvPr>
            <p:ph sz="quarter" idx="13"/>
          </p:nvPr>
        </p:nvSpPr>
        <p:spPr/>
        <p:txBody>
          <a:bodyPr/>
          <a:lstStyle/>
          <a:p>
            <a:pPr fontAlgn="base"/>
            <a:r>
              <a:rPr lang="en-US" dirty="0"/>
              <a:t>In Python, decorators are flexible way to modify or extend behavior of functions or methods, without changing their actual code.</a:t>
            </a:r>
          </a:p>
          <a:p>
            <a:pPr fontAlgn="base"/>
            <a:r>
              <a:rPr lang="en-US" dirty="0"/>
              <a:t>A decorator is essentially a function that takes another function as an argument and returns a new function with enhanced functionality.</a:t>
            </a:r>
          </a:p>
          <a:p>
            <a:pPr fontAlgn="base"/>
            <a:r>
              <a:rPr lang="en-US" dirty="0"/>
              <a:t>Decorators are often used in scenarios such as logging, authentication and memorization, allowing us to add additional functionality to existing functions or methods in a clean, reusable way.</a:t>
            </a:r>
          </a:p>
          <a:p>
            <a:endParaRPr lang="en-IN" dirty="0"/>
          </a:p>
        </p:txBody>
      </p:sp>
      <p:sp>
        <p:nvSpPr>
          <p:cNvPr id="4" name="Slide Number Placeholder 3">
            <a:extLst>
              <a:ext uri="{FF2B5EF4-FFF2-40B4-BE49-F238E27FC236}">
                <a16:creationId xmlns:a16="http://schemas.microsoft.com/office/drawing/2014/main" id="{C4BA2EA8-894C-9114-A9B7-62FBB9FE6760}"/>
              </a:ext>
            </a:extLst>
          </p:cNvPr>
          <p:cNvSpPr>
            <a:spLocks noGrp="1"/>
          </p:cNvSpPr>
          <p:nvPr>
            <p:ph type="sldNum" sz="quarter" idx="12"/>
          </p:nvPr>
        </p:nvSpPr>
        <p:spPr/>
        <p:txBody>
          <a:bodyPr/>
          <a:lstStyle/>
          <a:p>
            <a:fld id="{CC057153-B650-4DEB-B370-79DDCFDCE934}" type="slidenum">
              <a:rPr lang="en-US" smtClean="0"/>
              <a:pPr/>
              <a:t>4</a:t>
            </a:fld>
            <a:endParaRPr lang="en-US" dirty="0"/>
          </a:p>
        </p:txBody>
      </p:sp>
      <p:pic>
        <p:nvPicPr>
          <p:cNvPr id="7" name="Picture 6" descr="A diagram of a decorator&#10;&#10;AI-generated content may be incorrect.">
            <a:extLst>
              <a:ext uri="{FF2B5EF4-FFF2-40B4-BE49-F238E27FC236}">
                <a16:creationId xmlns:a16="http://schemas.microsoft.com/office/drawing/2014/main" id="{D0AACD10-DBEA-3305-C3BD-133BD5F6AB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4900" y="3280409"/>
            <a:ext cx="6650510" cy="3000073"/>
          </a:xfrm>
          <a:prstGeom prst="rect">
            <a:avLst/>
          </a:prstGeom>
        </p:spPr>
      </p:pic>
    </p:spTree>
    <p:extLst>
      <p:ext uri="{BB962C8B-B14F-4D97-AF65-F5344CB8AC3E}">
        <p14:creationId xmlns:p14="http://schemas.microsoft.com/office/powerpoint/2010/main" val="2010346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B44C1-AB08-69DA-6196-ED14C9970B02}"/>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C9CE46F5-5120-5797-BA4C-BFAB0E5DFC22}"/>
              </a:ext>
            </a:extLst>
          </p:cNvPr>
          <p:cNvSpPr>
            <a:spLocks noGrp="1"/>
          </p:cNvSpPr>
          <p:nvPr>
            <p:ph sz="quarter" idx="13"/>
          </p:nvPr>
        </p:nvSpPr>
        <p:spPr/>
        <p:txBody>
          <a:bodyPr>
            <a:normAutofit/>
          </a:bodyPr>
          <a:lstStyle/>
          <a:p>
            <a:pPr marL="0" indent="0">
              <a:buNone/>
            </a:pPr>
            <a:r>
              <a:rPr lang="en-US" sz="2000" dirty="0"/>
              <a:t>def decorator(</a:t>
            </a:r>
            <a:r>
              <a:rPr lang="en-US" sz="2000" dirty="0" err="1"/>
              <a:t>func</a:t>
            </a:r>
            <a:r>
              <a:rPr lang="en-US" sz="2000" dirty="0"/>
              <a:t>):</a:t>
            </a:r>
          </a:p>
          <a:p>
            <a:pPr marL="0" indent="0">
              <a:buNone/>
            </a:pPr>
            <a:r>
              <a:rPr lang="en-US" sz="2000" dirty="0"/>
              <a:t>    def wrapper():</a:t>
            </a:r>
          </a:p>
          <a:p>
            <a:pPr marL="0" indent="0">
              <a:buNone/>
            </a:pPr>
            <a:r>
              <a:rPr lang="en-US" sz="2000" dirty="0"/>
              <a:t>        print("Before calling the function.")</a:t>
            </a:r>
          </a:p>
          <a:p>
            <a:pPr marL="0" indent="0">
              <a:buNone/>
            </a:pPr>
            <a:r>
              <a:rPr lang="en-US" sz="2000" dirty="0"/>
              <a:t>        </a:t>
            </a:r>
            <a:r>
              <a:rPr lang="en-US" sz="2000" dirty="0" err="1"/>
              <a:t>func</a:t>
            </a:r>
            <a:r>
              <a:rPr lang="en-US" sz="2000" dirty="0"/>
              <a:t>()</a:t>
            </a:r>
          </a:p>
          <a:p>
            <a:pPr marL="0" indent="0">
              <a:buNone/>
            </a:pPr>
            <a:r>
              <a:rPr lang="en-US" sz="2000" dirty="0"/>
              <a:t>        print("After calling the function.")</a:t>
            </a:r>
          </a:p>
          <a:p>
            <a:pPr marL="0" indent="0">
              <a:buNone/>
            </a:pPr>
            <a:r>
              <a:rPr lang="en-US" sz="2000" dirty="0"/>
              <a:t>    return wrapper</a:t>
            </a:r>
          </a:p>
          <a:p>
            <a:pPr marL="0" indent="0">
              <a:buNone/>
            </a:pPr>
            <a:endParaRPr lang="en-US" sz="2000" dirty="0"/>
          </a:p>
          <a:p>
            <a:pPr marL="0" indent="0">
              <a:buNone/>
            </a:pPr>
            <a:r>
              <a:rPr lang="en-US" sz="2000" dirty="0"/>
              <a:t>@decorator # Applying the decorator to a function</a:t>
            </a:r>
          </a:p>
          <a:p>
            <a:pPr marL="0" indent="0">
              <a:buNone/>
            </a:pPr>
            <a:r>
              <a:rPr lang="en-US" sz="2000" dirty="0"/>
              <a:t>def greet():</a:t>
            </a:r>
          </a:p>
          <a:p>
            <a:pPr marL="0" indent="0">
              <a:buNone/>
            </a:pPr>
            <a:r>
              <a:rPr lang="en-US" sz="2000" dirty="0"/>
              <a:t>    print("Hello, World!")</a:t>
            </a:r>
          </a:p>
          <a:p>
            <a:pPr marL="0" indent="0">
              <a:buNone/>
            </a:pPr>
            <a:r>
              <a:rPr lang="en-US" sz="2000" dirty="0"/>
              <a:t>greet()</a:t>
            </a:r>
            <a:endParaRPr lang="en-IN" sz="2000" dirty="0"/>
          </a:p>
        </p:txBody>
      </p:sp>
      <p:sp>
        <p:nvSpPr>
          <p:cNvPr id="4" name="Slide Number Placeholder 3">
            <a:extLst>
              <a:ext uri="{FF2B5EF4-FFF2-40B4-BE49-F238E27FC236}">
                <a16:creationId xmlns:a16="http://schemas.microsoft.com/office/drawing/2014/main" id="{D57C3AA5-2D08-A938-EB75-709D08978116}"/>
              </a:ext>
            </a:extLst>
          </p:cNvPr>
          <p:cNvSpPr>
            <a:spLocks noGrp="1"/>
          </p:cNvSpPr>
          <p:nvPr>
            <p:ph type="sldNum" sz="quarter" idx="12"/>
          </p:nvPr>
        </p:nvSpPr>
        <p:spPr/>
        <p:txBody>
          <a:bodyPr/>
          <a:lstStyle/>
          <a:p>
            <a:fld id="{CC057153-B650-4DEB-B370-79DDCFDCE934}" type="slidenum">
              <a:rPr lang="en-US" smtClean="0"/>
              <a:pPr/>
              <a:t>5</a:t>
            </a:fld>
            <a:endParaRPr lang="en-US" dirty="0"/>
          </a:p>
        </p:txBody>
      </p:sp>
    </p:spTree>
    <p:extLst>
      <p:ext uri="{BB962C8B-B14F-4D97-AF65-F5344CB8AC3E}">
        <p14:creationId xmlns:p14="http://schemas.microsoft.com/office/powerpoint/2010/main" val="77453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AC36D-CB49-159D-EB35-DC6D0AA3FBF0}"/>
              </a:ext>
            </a:extLst>
          </p:cNvPr>
          <p:cNvSpPr>
            <a:spLocks noGrp="1"/>
          </p:cNvSpPr>
          <p:nvPr>
            <p:ph type="title"/>
          </p:nvPr>
        </p:nvSpPr>
        <p:spPr/>
        <p:txBody>
          <a:bodyPr>
            <a:normAutofit fontScale="90000"/>
          </a:bodyPr>
          <a:lstStyle/>
          <a:p>
            <a:r>
              <a:rPr lang="en-US" b="1" dirty="0"/>
              <a:t>Explanation:</a:t>
            </a:r>
            <a:br>
              <a:rPr lang="en-US" dirty="0"/>
            </a:br>
            <a:endParaRPr lang="en-IN" dirty="0"/>
          </a:p>
        </p:txBody>
      </p:sp>
      <p:sp>
        <p:nvSpPr>
          <p:cNvPr id="3" name="Content Placeholder 2">
            <a:extLst>
              <a:ext uri="{FF2B5EF4-FFF2-40B4-BE49-F238E27FC236}">
                <a16:creationId xmlns:a16="http://schemas.microsoft.com/office/drawing/2014/main" id="{2863A35C-05FB-4492-C417-F0131CB5B541}"/>
              </a:ext>
            </a:extLst>
          </p:cNvPr>
          <p:cNvSpPr>
            <a:spLocks noGrp="1"/>
          </p:cNvSpPr>
          <p:nvPr>
            <p:ph sz="quarter" idx="13"/>
          </p:nvPr>
        </p:nvSpPr>
        <p:spPr/>
        <p:txBody>
          <a:bodyPr/>
          <a:lstStyle/>
          <a:p>
            <a:pPr fontAlgn="base"/>
            <a:r>
              <a:rPr lang="en-US" sz="2400" b="1" dirty="0"/>
              <a:t>decorator </a:t>
            </a:r>
            <a:r>
              <a:rPr lang="en-US" sz="2400" dirty="0"/>
              <a:t>takes the greet function as an argument.</a:t>
            </a:r>
          </a:p>
          <a:p>
            <a:pPr fontAlgn="base"/>
            <a:r>
              <a:rPr lang="en-US" sz="2400" dirty="0"/>
              <a:t>It returns a new function (wrapper) that first prints a message, calls </a:t>
            </a:r>
            <a:r>
              <a:rPr lang="en-US" sz="2400" b="1" dirty="0"/>
              <a:t>greet()</a:t>
            </a:r>
            <a:r>
              <a:rPr lang="en-US" sz="2400" dirty="0"/>
              <a:t> and then prints another message.</a:t>
            </a:r>
          </a:p>
          <a:p>
            <a:pPr fontAlgn="base"/>
            <a:r>
              <a:rPr lang="en-US" sz="2400" dirty="0"/>
              <a:t>@decorator syntax is a shorthand for </a:t>
            </a:r>
            <a:r>
              <a:rPr lang="en-US" sz="2400" b="1" dirty="0"/>
              <a:t>greet = decorator(greet)</a:t>
            </a:r>
            <a:r>
              <a:rPr lang="en-US" sz="2400" dirty="0"/>
              <a:t>.</a:t>
            </a:r>
          </a:p>
          <a:p>
            <a:endParaRPr lang="en-IN" dirty="0"/>
          </a:p>
        </p:txBody>
      </p:sp>
      <p:sp>
        <p:nvSpPr>
          <p:cNvPr id="4" name="Slide Number Placeholder 3">
            <a:extLst>
              <a:ext uri="{FF2B5EF4-FFF2-40B4-BE49-F238E27FC236}">
                <a16:creationId xmlns:a16="http://schemas.microsoft.com/office/drawing/2014/main" id="{78A8F47F-8704-54C4-9804-97B37852C72E}"/>
              </a:ext>
            </a:extLst>
          </p:cNvPr>
          <p:cNvSpPr>
            <a:spLocks noGrp="1"/>
          </p:cNvSpPr>
          <p:nvPr>
            <p:ph type="sldNum" sz="quarter" idx="12"/>
          </p:nvPr>
        </p:nvSpPr>
        <p:spPr/>
        <p:txBody>
          <a:bodyPr/>
          <a:lstStyle/>
          <a:p>
            <a:fld id="{CC057153-B650-4DEB-B370-79DDCFDCE934}" type="slidenum">
              <a:rPr lang="en-US" smtClean="0"/>
              <a:pPr/>
              <a:t>6</a:t>
            </a:fld>
            <a:endParaRPr lang="en-US" dirty="0"/>
          </a:p>
        </p:txBody>
      </p:sp>
    </p:spTree>
    <p:extLst>
      <p:ext uri="{BB962C8B-B14F-4D97-AF65-F5344CB8AC3E}">
        <p14:creationId xmlns:p14="http://schemas.microsoft.com/office/powerpoint/2010/main" val="8277112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BD1DF-E6DB-05EA-8DD3-841FF05F51C8}"/>
              </a:ext>
            </a:extLst>
          </p:cNvPr>
          <p:cNvSpPr>
            <a:spLocks noGrp="1"/>
          </p:cNvSpPr>
          <p:nvPr>
            <p:ph type="ctrTitle"/>
          </p:nvPr>
        </p:nvSpPr>
        <p:spPr>
          <a:xfrm>
            <a:off x="4130040" y="1645920"/>
            <a:ext cx="3931920" cy="3566160"/>
          </a:xfrm>
        </p:spPr>
        <p:txBody>
          <a:bodyPr anchor="ctr">
            <a:normAutofit/>
          </a:bodyPr>
          <a:lstStyle/>
          <a:p>
            <a:r>
              <a:rPr lang="en-US" sz="4600"/>
              <a:t>How Decorators Work</a:t>
            </a:r>
          </a:p>
        </p:txBody>
      </p:sp>
      <p:sp>
        <p:nvSpPr>
          <p:cNvPr id="5" name="Slide Number Placeholder 4">
            <a:extLst>
              <a:ext uri="{FF2B5EF4-FFF2-40B4-BE49-F238E27FC236}">
                <a16:creationId xmlns:a16="http://schemas.microsoft.com/office/drawing/2014/main" id="{5AA0C919-669C-E8CE-C519-FCBB6BAB624A}"/>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7</a:t>
            </a:fld>
            <a:endParaRPr lang="en-US"/>
          </a:p>
        </p:txBody>
      </p:sp>
    </p:spTree>
    <p:extLst>
      <p:ext uri="{BB962C8B-B14F-4D97-AF65-F5344CB8AC3E}">
        <p14:creationId xmlns:p14="http://schemas.microsoft.com/office/powerpoint/2010/main" val="7539644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35F08-F105-1AB0-B537-A3580726A5AE}"/>
              </a:ext>
            </a:extLst>
          </p:cNvPr>
          <p:cNvSpPr>
            <a:spLocks noGrp="1"/>
          </p:cNvSpPr>
          <p:nvPr>
            <p:ph type="title"/>
          </p:nvPr>
        </p:nvSpPr>
        <p:spPr>
          <a:xfrm>
            <a:off x="1066800" y="640080"/>
            <a:ext cx="10058400" cy="777239"/>
          </a:xfrm>
        </p:spPr>
        <p:txBody>
          <a:bodyPr anchor="t">
            <a:normAutofit/>
          </a:bodyPr>
          <a:lstStyle/>
          <a:p>
            <a:r>
              <a:rPr lang="en-US"/>
              <a:t>Core Concepts Behind Decorators</a:t>
            </a:r>
          </a:p>
        </p:txBody>
      </p:sp>
      <p:sp>
        <p:nvSpPr>
          <p:cNvPr id="4" name="Content Placeholder 3">
            <a:extLst>
              <a:ext uri="{FF2B5EF4-FFF2-40B4-BE49-F238E27FC236}">
                <a16:creationId xmlns:a16="http://schemas.microsoft.com/office/drawing/2014/main" id="{A21804C3-E0FF-E3EA-4E39-A9F5D797C59E}"/>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069848" y="1463040"/>
            <a:ext cx="10052050" cy="4754563"/>
          </a:xfrm>
        </p:spPr>
        <p:txBody>
          <a:bodyPr>
            <a:normAutofit/>
          </a:bodyPr>
          <a:lstStyle/>
          <a:p>
            <a:pPr marL="0" indent="0">
              <a:spcBef>
                <a:spcPts val="2500"/>
              </a:spcBef>
              <a:buFont typeface="Arial" panose="020B0604020202020204" pitchFamily="34" charset="0"/>
              <a:buNone/>
            </a:pPr>
            <a:r>
              <a:rPr lang="en-US" b="1" dirty="0"/>
              <a:t>Functions as First-Class Citizens</a:t>
            </a:r>
          </a:p>
          <a:p>
            <a:pPr marL="0" lvl="1" indent="0">
              <a:buFont typeface="Arial" panose="020B0604020202020204" pitchFamily="34" charset="0"/>
              <a:buNone/>
            </a:pPr>
            <a:r>
              <a:rPr dirty="0"/>
              <a:t>Python functions can be passed, returned, and assigned like any other object, enabling flexible programming patterns.</a:t>
            </a:r>
            <a:endParaRPr lang="en-US" dirty="0"/>
          </a:p>
          <a:p>
            <a:pPr marL="0" indent="0">
              <a:spcBef>
                <a:spcPts val="2500"/>
              </a:spcBef>
              <a:buFont typeface="Arial" panose="020B0604020202020204" pitchFamily="34" charset="0"/>
              <a:buNone/>
            </a:pPr>
            <a:r>
              <a:rPr lang="en-US" b="1" dirty="0"/>
              <a:t>Concept of Closures</a:t>
            </a:r>
          </a:p>
          <a:p>
            <a:pPr marL="0" lvl="1" indent="0">
              <a:buFont typeface="Arial" panose="020B0604020202020204" pitchFamily="34" charset="0"/>
              <a:buNone/>
            </a:pPr>
            <a:r>
              <a:rPr dirty="0"/>
              <a:t>Closures allow inner functions to remember variables from their enclosing scope after execution completes.</a:t>
            </a:r>
            <a:endParaRPr lang="en-US" dirty="0"/>
          </a:p>
          <a:p>
            <a:pPr marL="0" indent="0">
              <a:spcBef>
                <a:spcPts val="2500"/>
              </a:spcBef>
              <a:buFont typeface="Arial" panose="020B0604020202020204" pitchFamily="34" charset="0"/>
              <a:buNone/>
            </a:pPr>
            <a:r>
              <a:rPr lang="en-US" b="1" dirty="0"/>
              <a:t>Decorator Wrapper Function</a:t>
            </a:r>
          </a:p>
          <a:p>
            <a:pPr marL="0" lvl="1" indent="0">
              <a:buFont typeface="Arial" panose="020B0604020202020204" pitchFamily="34" charset="0"/>
              <a:buNone/>
            </a:pPr>
            <a:r>
              <a:rPr dirty="0"/>
              <a:t>Decorators use inner wrapper functions to add behavior before or after the original function executes.</a:t>
            </a:r>
            <a:endParaRPr lang="en-US" dirty="0"/>
          </a:p>
        </p:txBody>
      </p:sp>
      <p:sp>
        <p:nvSpPr>
          <p:cNvPr id="5" name="Slide Number Placeholder 4">
            <a:extLst>
              <a:ext uri="{FF2B5EF4-FFF2-40B4-BE49-F238E27FC236}">
                <a16:creationId xmlns:a16="http://schemas.microsoft.com/office/drawing/2014/main" id="{32FDB1C4-1A4C-5078-A5CF-37F629011454}"/>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8</a:t>
            </a:fld>
            <a:endParaRPr lang="en-US"/>
          </a:p>
        </p:txBody>
      </p:sp>
    </p:spTree>
    <p:extLst>
      <p:ext uri="{BB962C8B-B14F-4D97-AF65-F5344CB8AC3E}">
        <p14:creationId xmlns:p14="http://schemas.microsoft.com/office/powerpoint/2010/main" val="23424156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A15F73A-47A6-B90F-4A64-D4BE0327231D}"/>
              </a:ext>
            </a:extLst>
          </p:cNvPr>
          <p:cNvSpPr>
            <a:spLocks noGrp="1"/>
          </p:cNvSpPr>
          <p:nvPr>
            <p:ph type="sldNum" sz="quarter" idx="12"/>
          </p:nvPr>
        </p:nvSpPr>
        <p:spPr/>
        <p:txBody>
          <a:bodyPr/>
          <a:lstStyle/>
          <a:p>
            <a:fld id="{CC057153-B650-4DEB-B370-79DDCFDCE934}" type="slidenum">
              <a:rPr lang="en-US" smtClean="0"/>
              <a:t>9</a:t>
            </a:fld>
            <a:endParaRPr lang="en-US" dirty="0"/>
          </a:p>
        </p:txBody>
      </p:sp>
      <p:pic>
        <p:nvPicPr>
          <p:cNvPr id="1026" name="Picture 2" descr="Python Decorators Explained">
            <a:extLst>
              <a:ext uri="{FF2B5EF4-FFF2-40B4-BE49-F238E27FC236}">
                <a16:creationId xmlns:a16="http://schemas.microsoft.com/office/drawing/2014/main" id="{53E6A7B5-0876-8940-7AC7-3D09F41F81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5379" y="919905"/>
            <a:ext cx="8832397" cy="51242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41065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4203F-EB0C-AB1C-2791-EAE2CCD5DF8D}"/>
              </a:ext>
            </a:extLst>
          </p:cNvPr>
          <p:cNvSpPr>
            <a:spLocks noGrp="1"/>
          </p:cNvSpPr>
          <p:nvPr>
            <p:ph type="ctrTitle"/>
          </p:nvPr>
        </p:nvSpPr>
        <p:spPr>
          <a:xfrm>
            <a:off x="4130040" y="1645920"/>
            <a:ext cx="3931920" cy="3566160"/>
          </a:xfrm>
        </p:spPr>
        <p:txBody>
          <a:bodyPr anchor="ctr">
            <a:normAutofit/>
          </a:bodyPr>
          <a:lstStyle/>
          <a:p>
            <a:pPr>
              <a:lnSpc>
                <a:spcPct val="90000"/>
              </a:lnSpc>
            </a:pPr>
            <a:r>
              <a:rPr lang="en-US" sz="4600"/>
              <a:t>Basic Examples of Decorators</a:t>
            </a:r>
          </a:p>
        </p:txBody>
      </p:sp>
      <p:sp>
        <p:nvSpPr>
          <p:cNvPr id="5" name="Slide Number Placeholder 4">
            <a:extLst>
              <a:ext uri="{FF2B5EF4-FFF2-40B4-BE49-F238E27FC236}">
                <a16:creationId xmlns:a16="http://schemas.microsoft.com/office/drawing/2014/main" id="{035C150D-4FCC-16D1-FD01-21C2FDC60CF0}"/>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10</a:t>
            </a:fld>
            <a:endParaRPr lang="en-US"/>
          </a:p>
        </p:txBody>
      </p:sp>
    </p:spTree>
    <p:extLst>
      <p:ext uri="{BB962C8B-B14F-4D97-AF65-F5344CB8AC3E}">
        <p14:creationId xmlns:p14="http://schemas.microsoft.com/office/powerpoint/2010/main" val="134736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8255A-9E84-16BC-28CB-FECCA8B009ED}"/>
              </a:ext>
            </a:extLst>
          </p:cNvPr>
          <p:cNvSpPr>
            <a:spLocks noGrp="1"/>
          </p:cNvSpPr>
          <p:nvPr>
            <p:ph type="title"/>
          </p:nvPr>
        </p:nvSpPr>
        <p:spPr>
          <a:xfrm>
            <a:off x="1207008" y="786384"/>
            <a:ext cx="7772400" cy="914400"/>
          </a:xfrm>
        </p:spPr>
        <p:txBody>
          <a:bodyPr anchor="b">
            <a:normAutofit/>
          </a:bodyPr>
          <a:lstStyle/>
          <a:p>
            <a:r>
              <a:rPr lang="en-US"/>
              <a:t>Simple Decorator Implementation</a:t>
            </a:r>
          </a:p>
        </p:txBody>
      </p:sp>
      <p:sp>
        <p:nvSpPr>
          <p:cNvPr id="4" name="Content Placeholder 3">
            <a:extLst>
              <a:ext uri="{FF2B5EF4-FFF2-40B4-BE49-F238E27FC236}">
                <a16:creationId xmlns:a16="http://schemas.microsoft.com/office/drawing/2014/main" id="{B500EAB0-A3DE-92CC-E5DF-8BBCCA13D67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207008" y="1828800"/>
            <a:ext cx="7772400" cy="4206240"/>
          </a:xfrm>
        </p:spPr>
        <p:txBody>
          <a:bodyPr>
            <a:normAutofit/>
          </a:bodyPr>
          <a:lstStyle/>
          <a:p>
            <a:pPr marL="0" indent="0">
              <a:spcBef>
                <a:spcPts val="2500"/>
              </a:spcBef>
              <a:buFont typeface="Arial" panose="020B0604020202020204" pitchFamily="34" charset="0"/>
              <a:buNone/>
            </a:pPr>
            <a:r>
              <a:rPr lang="en-US" b="1"/>
              <a:t>Decorator Concept</a:t>
            </a:r>
          </a:p>
          <a:p>
            <a:pPr marL="0" lvl="1" indent="0">
              <a:buFont typeface="Arial" panose="020B0604020202020204" pitchFamily="34" charset="0"/>
              <a:buNone/>
            </a:pPr>
            <a:r>
              <a:t>A decorator adds behavior to a function without changing its original code, enhancing modularity.</a:t>
            </a:r>
            <a:endParaRPr lang="en-US"/>
          </a:p>
          <a:p>
            <a:pPr marL="0" indent="0">
              <a:spcBef>
                <a:spcPts val="2500"/>
              </a:spcBef>
              <a:buFont typeface="Arial" panose="020B0604020202020204" pitchFamily="34" charset="0"/>
              <a:buNone/>
            </a:pPr>
            <a:r>
              <a:rPr lang="en-US" b="1"/>
              <a:t>Wrapper Function Role</a:t>
            </a:r>
          </a:p>
          <a:p>
            <a:pPr marL="0" lvl="1" indent="0">
              <a:buFont typeface="Arial" panose="020B0604020202020204" pitchFamily="34" charset="0"/>
              <a:buNone/>
            </a:pPr>
            <a:r>
              <a:t>The wrapper function executes additional logic before and after the original function call.</a:t>
            </a:r>
            <a:endParaRPr lang="en-US"/>
          </a:p>
          <a:p>
            <a:pPr marL="0" indent="0">
              <a:spcBef>
                <a:spcPts val="2500"/>
              </a:spcBef>
              <a:buFont typeface="Arial" panose="020B0604020202020204" pitchFamily="34" charset="0"/>
              <a:buNone/>
            </a:pPr>
            <a:r>
              <a:rPr lang="en-US" b="1"/>
              <a:t>Debugging Usage</a:t>
            </a:r>
          </a:p>
          <a:p>
            <a:pPr marL="0" lvl="1" indent="0">
              <a:buFont typeface="Arial" panose="020B0604020202020204" pitchFamily="34" charset="0"/>
              <a:buNone/>
            </a:pPr>
            <a:r>
              <a:t>Simple decorators are commonly used to trace function calls and monitor execution flow for debugging.</a:t>
            </a:r>
            <a:endParaRPr lang="en-US"/>
          </a:p>
          <a:p>
            <a:pPr marL="0" indent="0">
              <a:spcBef>
                <a:spcPts val="2500"/>
              </a:spcBef>
              <a:buFont typeface="Arial" panose="020B0604020202020204" pitchFamily="34" charset="0"/>
              <a:buNone/>
            </a:pPr>
            <a:r>
              <a:rPr lang="en-US" b="1"/>
              <a:t>Foundation for Complexity</a:t>
            </a:r>
          </a:p>
          <a:p>
            <a:pPr marL="0" lvl="1" indent="0">
              <a:buFont typeface="Arial" panose="020B0604020202020204" pitchFamily="34" charset="0"/>
              <a:buNone/>
            </a:pPr>
            <a:r>
              <a:t>Understanding simple decorators prepares developers for more advanced use cases like arguments and chaining.</a:t>
            </a:r>
            <a:endParaRPr lang="en-US"/>
          </a:p>
        </p:txBody>
      </p:sp>
      <p:sp>
        <p:nvSpPr>
          <p:cNvPr id="10" name="Picture Placeholder 4">
            <a:extLst>
              <a:ext uri="{FF2B5EF4-FFF2-40B4-BE49-F238E27FC236}">
                <a16:creationId xmlns:a16="http://schemas.microsoft.com/office/drawing/2014/main" id="{CBC7BB95-AF94-B2E8-6F22-E36EA966D920}"/>
              </a:ext>
            </a:extLst>
          </p:cNvPr>
          <p:cNvSpPr>
            <a:spLocks noGrp="1"/>
          </p:cNvSpPr>
          <p:nvPr>
            <p:ph type="pic" sz="quarter" idx="13"/>
          </p:nvPr>
        </p:nvSpPr>
        <p:spPr>
          <a:xfrm>
            <a:off x="9287478" y="393289"/>
            <a:ext cx="2084255" cy="6051054"/>
          </a:xfrm>
        </p:spPr>
        <p:txBody>
          <a:bodyPr/>
          <a:lstStyle/>
          <a:p>
            <a:endParaRPr lang="en-IN"/>
          </a:p>
        </p:txBody>
      </p:sp>
      <p:sp>
        <p:nvSpPr>
          <p:cNvPr id="5" name="Slide Number Placeholder 4">
            <a:extLst>
              <a:ext uri="{FF2B5EF4-FFF2-40B4-BE49-F238E27FC236}">
                <a16:creationId xmlns:a16="http://schemas.microsoft.com/office/drawing/2014/main" id="{CD477DAA-C2C2-F7F6-64C4-C5D601A9C913}"/>
              </a:ext>
            </a:extLst>
          </p:cNvPr>
          <p:cNvSpPr>
            <a:spLocks noGrp="1"/>
          </p:cNvSpPr>
          <p:nvPr>
            <p:ph type="sldNum" sz="quarter" idx="17"/>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11</a:t>
            </a:fld>
            <a:endParaRPr lang="en-US"/>
          </a:p>
        </p:txBody>
      </p:sp>
    </p:spTree>
    <p:extLst>
      <p:ext uri="{BB962C8B-B14F-4D97-AF65-F5344CB8AC3E}">
        <p14:creationId xmlns:p14="http://schemas.microsoft.com/office/powerpoint/2010/main" val="13703387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B3FF3-2CA3-2110-E5F9-B2293210EE9E}"/>
              </a:ext>
            </a:extLst>
          </p:cNvPr>
          <p:cNvSpPr>
            <a:spLocks noGrp="1"/>
          </p:cNvSpPr>
          <p:nvPr>
            <p:ph type="ctrTitle"/>
          </p:nvPr>
        </p:nvSpPr>
        <p:spPr>
          <a:xfrm>
            <a:off x="4130040" y="1645920"/>
            <a:ext cx="3931920" cy="3566160"/>
          </a:xfrm>
        </p:spPr>
        <p:txBody>
          <a:bodyPr anchor="ctr">
            <a:normAutofit/>
          </a:bodyPr>
          <a:lstStyle/>
          <a:p>
            <a:r>
              <a:rPr lang="en-US"/>
              <a:t>Advanced Decorator Concepts</a:t>
            </a:r>
          </a:p>
        </p:txBody>
      </p:sp>
      <p:sp>
        <p:nvSpPr>
          <p:cNvPr id="5" name="Slide Number Placeholder 4">
            <a:extLst>
              <a:ext uri="{FF2B5EF4-FFF2-40B4-BE49-F238E27FC236}">
                <a16:creationId xmlns:a16="http://schemas.microsoft.com/office/drawing/2014/main" id="{D257D10D-A746-22D9-08D9-F349266A4A9E}"/>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12</a:t>
            </a:fld>
            <a:endParaRPr lang="en-US"/>
          </a:p>
        </p:txBody>
      </p:sp>
    </p:spTree>
    <p:extLst>
      <p:ext uri="{BB962C8B-B14F-4D97-AF65-F5344CB8AC3E}">
        <p14:creationId xmlns:p14="http://schemas.microsoft.com/office/powerpoint/2010/main" val="37313815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5F012-1ED6-0FDF-D277-7DD476D55646}"/>
              </a:ext>
            </a:extLst>
          </p:cNvPr>
          <p:cNvSpPr>
            <a:spLocks noGrp="1"/>
          </p:cNvSpPr>
          <p:nvPr>
            <p:ph type="title"/>
          </p:nvPr>
        </p:nvSpPr>
        <p:spPr>
          <a:xfrm>
            <a:off x="1066800" y="640080"/>
            <a:ext cx="10058400" cy="777239"/>
          </a:xfrm>
        </p:spPr>
        <p:txBody>
          <a:bodyPr anchor="t">
            <a:normAutofit/>
          </a:bodyPr>
          <a:lstStyle/>
          <a:p>
            <a:pPr>
              <a:lnSpc>
                <a:spcPct val="90000"/>
              </a:lnSpc>
            </a:pPr>
            <a:r>
              <a:rPr lang="en-US" sz="3400"/>
              <a:t>Decorators with Arguments and Chaining</a:t>
            </a:r>
          </a:p>
        </p:txBody>
      </p:sp>
      <p:sp>
        <p:nvSpPr>
          <p:cNvPr id="4" name="Content Placeholder 3">
            <a:extLst>
              <a:ext uri="{FF2B5EF4-FFF2-40B4-BE49-F238E27FC236}">
                <a16:creationId xmlns:a16="http://schemas.microsoft.com/office/drawing/2014/main" id="{20089AAD-A292-F26E-D39C-6E49001383FC}"/>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069848" y="1463040"/>
            <a:ext cx="10052050" cy="4754563"/>
          </a:xfrm>
        </p:spPr>
        <p:txBody>
          <a:bodyPr>
            <a:normAutofit/>
          </a:bodyPr>
          <a:lstStyle/>
          <a:p>
            <a:pPr marL="0" indent="0">
              <a:spcBef>
                <a:spcPts val="2500"/>
              </a:spcBef>
              <a:buFont typeface="Arial" panose="020B0604020202020204" pitchFamily="34" charset="0"/>
              <a:buNone/>
            </a:pPr>
            <a:r>
              <a:rPr lang="en-US" b="1"/>
              <a:t>Decorators with Arguments</a:t>
            </a:r>
          </a:p>
          <a:p>
            <a:pPr marL="0" lvl="1" indent="0">
              <a:buFont typeface="Arial" panose="020B0604020202020204" pitchFamily="34" charset="0"/>
              <a:buNone/>
            </a:pPr>
            <a:r>
              <a:t>Decorators can accept arguments through an outer function enabling dynamic behavior based on input parameters.</a:t>
            </a:r>
            <a:endParaRPr lang="en-US"/>
          </a:p>
          <a:p>
            <a:pPr marL="0" indent="0">
              <a:spcBef>
                <a:spcPts val="2500"/>
              </a:spcBef>
              <a:buFont typeface="Arial" panose="020B0604020202020204" pitchFamily="34" charset="0"/>
              <a:buNone/>
            </a:pPr>
            <a:r>
              <a:rPr lang="en-US" b="1"/>
              <a:t>Class-Based Decorators</a:t>
            </a:r>
          </a:p>
          <a:p>
            <a:pPr marL="0" lvl="1" indent="0">
              <a:buFont typeface="Arial" panose="020B0604020202020204" pitchFamily="34" charset="0"/>
              <a:buNone/>
            </a:pPr>
            <a:r>
              <a:t>Class-based decorators implement __call__ to maintain state across calls, useful for counting or caching.</a:t>
            </a:r>
            <a:endParaRPr lang="en-US"/>
          </a:p>
          <a:p>
            <a:pPr marL="0" indent="0">
              <a:spcBef>
                <a:spcPts val="2500"/>
              </a:spcBef>
              <a:buFont typeface="Arial" panose="020B0604020202020204" pitchFamily="34" charset="0"/>
              <a:buNone/>
            </a:pPr>
            <a:r>
              <a:rPr lang="en-US" b="1"/>
              <a:t>Chaining Multiple Decorators</a:t>
            </a:r>
          </a:p>
          <a:p>
            <a:pPr marL="0" lvl="1" indent="0">
              <a:buFont typeface="Arial" panose="020B0604020202020204" pitchFamily="34" charset="0"/>
              <a:buNone/>
            </a:pPr>
            <a:r>
              <a:t>Applying multiple decorators layers functionalities like authentication and logging on a single function.</a:t>
            </a:r>
            <a:endParaRPr lang="en-US"/>
          </a:p>
        </p:txBody>
      </p:sp>
      <p:sp>
        <p:nvSpPr>
          <p:cNvPr id="5" name="Slide Number Placeholder 4">
            <a:extLst>
              <a:ext uri="{FF2B5EF4-FFF2-40B4-BE49-F238E27FC236}">
                <a16:creationId xmlns:a16="http://schemas.microsoft.com/office/drawing/2014/main" id="{243E328C-8859-DDED-9E50-0DD17BA25C03}"/>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13</a:t>
            </a:fld>
            <a:endParaRPr lang="en-US"/>
          </a:p>
        </p:txBody>
      </p:sp>
    </p:spTree>
    <p:extLst>
      <p:ext uri="{BB962C8B-B14F-4D97-AF65-F5344CB8AC3E}">
        <p14:creationId xmlns:p14="http://schemas.microsoft.com/office/powerpoint/2010/main" val="27119058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F0BB9-E019-869B-E50E-F8752A459E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CE3CF4-041C-44EB-CC6B-216A282C69AE}"/>
              </a:ext>
            </a:extLst>
          </p:cNvPr>
          <p:cNvSpPr>
            <a:spLocks noGrp="1"/>
          </p:cNvSpPr>
          <p:nvPr>
            <p:ph type="ctrTitle"/>
          </p:nvPr>
        </p:nvSpPr>
        <p:spPr>
          <a:xfrm>
            <a:off x="4130040" y="1645920"/>
            <a:ext cx="4191000" cy="3566160"/>
          </a:xfrm>
        </p:spPr>
        <p:txBody>
          <a:bodyPr anchor="ctr">
            <a:normAutofit/>
          </a:bodyPr>
          <a:lstStyle/>
          <a:p>
            <a:pPr fontAlgn="base"/>
            <a:r>
              <a:rPr lang="en-IN" b="1" dirty="0"/>
              <a:t>Decorator with Parameters</a:t>
            </a:r>
          </a:p>
        </p:txBody>
      </p:sp>
      <p:sp>
        <p:nvSpPr>
          <p:cNvPr id="5" name="Slide Number Placeholder 4">
            <a:extLst>
              <a:ext uri="{FF2B5EF4-FFF2-40B4-BE49-F238E27FC236}">
                <a16:creationId xmlns:a16="http://schemas.microsoft.com/office/drawing/2014/main" id="{52BF6318-B5D4-22AA-8661-3C3F1441559F}"/>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14</a:t>
            </a:fld>
            <a:endParaRPr lang="en-US"/>
          </a:p>
        </p:txBody>
      </p:sp>
    </p:spTree>
    <p:extLst>
      <p:ext uri="{BB962C8B-B14F-4D97-AF65-F5344CB8AC3E}">
        <p14:creationId xmlns:p14="http://schemas.microsoft.com/office/powerpoint/2010/main" val="17931466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BECF96E-3F09-D617-AAB8-9BC06B0376FE}"/>
              </a:ext>
            </a:extLst>
          </p:cNvPr>
          <p:cNvSpPr>
            <a:spLocks noGrp="1"/>
          </p:cNvSpPr>
          <p:nvPr>
            <p:ph type="subTitle" idx="1"/>
          </p:nvPr>
        </p:nvSpPr>
        <p:spPr>
          <a:xfrm>
            <a:off x="982980" y="502920"/>
            <a:ext cx="9913620" cy="5977890"/>
          </a:xfrm>
        </p:spPr>
        <p:txBody>
          <a:bodyPr>
            <a:normAutofit fontScale="92500" lnSpcReduction="20000"/>
          </a:bodyPr>
          <a:lstStyle/>
          <a:p>
            <a:pPr algn="l" fontAlgn="base"/>
            <a:r>
              <a:rPr lang="en-US" b="1" dirty="0"/>
              <a:t>Decorators</a:t>
            </a:r>
            <a:r>
              <a:rPr lang="en-US" dirty="0"/>
              <a:t> often need to work with functions that have arguments. We use </a:t>
            </a:r>
            <a:r>
              <a:rPr lang="en-US" b="1" dirty="0"/>
              <a:t>*</a:t>
            </a:r>
            <a:r>
              <a:rPr lang="en-US" b="1" dirty="0" err="1"/>
              <a:t>args</a:t>
            </a:r>
            <a:r>
              <a:rPr lang="en-US" dirty="0"/>
              <a:t> and </a:t>
            </a:r>
            <a:r>
              <a:rPr lang="en-US" b="1" dirty="0"/>
              <a:t>**</a:t>
            </a:r>
            <a:r>
              <a:rPr lang="en-US" b="1" dirty="0" err="1"/>
              <a:t>kwargs</a:t>
            </a:r>
            <a:r>
              <a:rPr lang="en-US" b="1" dirty="0"/>
              <a:t> </a:t>
            </a:r>
            <a:r>
              <a:rPr lang="en-US" dirty="0"/>
              <a:t>so our wrapper can accept any number of arguments.</a:t>
            </a:r>
          </a:p>
          <a:p>
            <a:pPr algn="l" fontAlgn="base"/>
            <a:r>
              <a:rPr lang="en-US" b="1" dirty="0"/>
              <a:t>Example:</a:t>
            </a:r>
            <a:r>
              <a:rPr lang="en-US" dirty="0"/>
              <a:t> Let's see an example of a decorator that adds functionality before and after a function call.</a:t>
            </a:r>
          </a:p>
          <a:p>
            <a:pPr algn="l"/>
            <a:br>
              <a:rPr lang="en-US" dirty="0"/>
            </a:br>
            <a:r>
              <a:rPr lang="en-US" dirty="0"/>
              <a:t>def </a:t>
            </a:r>
            <a:r>
              <a:rPr lang="en-US" dirty="0" err="1"/>
              <a:t>decorator_name</a:t>
            </a:r>
            <a:r>
              <a:rPr lang="en-US" dirty="0"/>
              <a:t>(</a:t>
            </a:r>
            <a:r>
              <a:rPr lang="en-US" dirty="0" err="1"/>
              <a:t>func</a:t>
            </a:r>
            <a:r>
              <a:rPr lang="en-US" dirty="0"/>
              <a:t>):</a:t>
            </a:r>
          </a:p>
          <a:p>
            <a:pPr algn="l"/>
            <a:r>
              <a:rPr lang="en-US" dirty="0"/>
              <a:t>    def wrapper(*</a:t>
            </a:r>
            <a:r>
              <a:rPr lang="en-US" dirty="0" err="1"/>
              <a:t>args</a:t>
            </a:r>
            <a:r>
              <a:rPr lang="en-US" dirty="0"/>
              <a:t>, **</a:t>
            </a:r>
            <a:r>
              <a:rPr lang="en-US" dirty="0" err="1"/>
              <a:t>kwargs</a:t>
            </a:r>
            <a:r>
              <a:rPr lang="en-US" dirty="0"/>
              <a:t>):</a:t>
            </a:r>
          </a:p>
          <a:p>
            <a:pPr algn="l"/>
            <a:r>
              <a:rPr lang="en-US" dirty="0"/>
              <a:t>        print("Before execution")</a:t>
            </a:r>
          </a:p>
          <a:p>
            <a:pPr algn="l"/>
            <a:r>
              <a:rPr lang="en-US" dirty="0"/>
              <a:t>        result = </a:t>
            </a:r>
            <a:r>
              <a:rPr lang="en-US" dirty="0" err="1"/>
              <a:t>func</a:t>
            </a:r>
            <a:r>
              <a:rPr lang="en-US" dirty="0"/>
              <a:t>(*</a:t>
            </a:r>
            <a:r>
              <a:rPr lang="en-US" dirty="0" err="1"/>
              <a:t>args</a:t>
            </a:r>
            <a:r>
              <a:rPr lang="en-US" dirty="0"/>
              <a:t>, **</a:t>
            </a:r>
            <a:r>
              <a:rPr lang="en-US" dirty="0" err="1"/>
              <a:t>kwargs</a:t>
            </a:r>
            <a:r>
              <a:rPr lang="en-US" dirty="0"/>
              <a:t>)</a:t>
            </a:r>
          </a:p>
          <a:p>
            <a:pPr algn="l"/>
            <a:r>
              <a:rPr lang="en-US" dirty="0"/>
              <a:t>        print("After execution")</a:t>
            </a:r>
          </a:p>
          <a:p>
            <a:pPr algn="l"/>
            <a:r>
              <a:rPr lang="en-US" dirty="0"/>
              <a:t>        return result</a:t>
            </a:r>
          </a:p>
          <a:p>
            <a:pPr algn="l"/>
            <a:r>
              <a:rPr lang="en-US" dirty="0"/>
              <a:t>    return wrapper</a:t>
            </a:r>
          </a:p>
          <a:p>
            <a:pPr algn="l"/>
            <a:r>
              <a:rPr lang="en-US" dirty="0"/>
              <a:t>@decorator_name</a:t>
            </a:r>
          </a:p>
          <a:p>
            <a:pPr algn="l"/>
            <a:r>
              <a:rPr lang="en-US" dirty="0"/>
              <a:t>def add(a, b):</a:t>
            </a:r>
          </a:p>
          <a:p>
            <a:pPr algn="l"/>
            <a:r>
              <a:rPr lang="en-US" dirty="0"/>
              <a:t>    return a + b</a:t>
            </a:r>
          </a:p>
          <a:p>
            <a:pPr algn="l"/>
            <a:r>
              <a:rPr lang="en-US" dirty="0"/>
              <a:t>print(add(5, 3))</a:t>
            </a:r>
            <a:endParaRPr lang="en-IN" dirty="0"/>
          </a:p>
        </p:txBody>
      </p:sp>
      <p:sp>
        <p:nvSpPr>
          <p:cNvPr id="4" name="Slide Number Placeholder 3">
            <a:extLst>
              <a:ext uri="{FF2B5EF4-FFF2-40B4-BE49-F238E27FC236}">
                <a16:creationId xmlns:a16="http://schemas.microsoft.com/office/drawing/2014/main" id="{1F60649F-B8C0-3CD7-1275-BC52DF509DCE}"/>
              </a:ext>
            </a:extLst>
          </p:cNvPr>
          <p:cNvSpPr>
            <a:spLocks noGrp="1"/>
          </p:cNvSpPr>
          <p:nvPr>
            <p:ph type="sldNum" sz="quarter" idx="12"/>
          </p:nvPr>
        </p:nvSpPr>
        <p:spPr/>
        <p:txBody>
          <a:bodyPr/>
          <a:lstStyle/>
          <a:p>
            <a:fld id="{CC057153-B650-4DEB-B370-79DDCFDCE934}" type="slidenum">
              <a:rPr lang="en-US" smtClean="0"/>
              <a:t>15</a:t>
            </a:fld>
            <a:endParaRPr lang="en-US" dirty="0"/>
          </a:p>
        </p:txBody>
      </p:sp>
    </p:spTree>
    <p:extLst>
      <p:ext uri="{BB962C8B-B14F-4D97-AF65-F5344CB8AC3E}">
        <p14:creationId xmlns:p14="http://schemas.microsoft.com/office/powerpoint/2010/main" val="16784778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921FE-823B-11BB-6C76-4AAA5FAB8A6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733FA79-A3CD-569F-3B52-3D09ADC1B252}"/>
              </a:ext>
            </a:extLst>
          </p:cNvPr>
          <p:cNvSpPr>
            <a:spLocks noGrp="1"/>
          </p:cNvSpPr>
          <p:nvPr>
            <p:ph type="subTitle" idx="1"/>
          </p:nvPr>
        </p:nvSpPr>
        <p:spPr>
          <a:xfrm>
            <a:off x="982980" y="502920"/>
            <a:ext cx="9913620" cy="5977890"/>
          </a:xfrm>
        </p:spPr>
        <p:txBody>
          <a:bodyPr>
            <a:normAutofit/>
          </a:bodyPr>
          <a:lstStyle/>
          <a:p>
            <a:pPr marL="342900" indent="-342900" algn="l" fontAlgn="base">
              <a:buFont typeface="Arial" panose="020B0604020202020204" pitchFamily="34" charset="0"/>
              <a:buChar char="•"/>
            </a:pPr>
            <a:r>
              <a:rPr lang="en-US" sz="2800" b="1" dirty="0" err="1"/>
              <a:t>decorator_name</a:t>
            </a:r>
            <a:r>
              <a:rPr lang="en-US" sz="2800" b="1" dirty="0"/>
              <a:t>(</a:t>
            </a:r>
            <a:r>
              <a:rPr lang="en-US" sz="2800" b="1" dirty="0" err="1"/>
              <a:t>func</a:t>
            </a:r>
            <a:r>
              <a:rPr lang="en-US" sz="2800" b="1" dirty="0"/>
              <a:t>): </a:t>
            </a:r>
            <a:r>
              <a:rPr lang="en-US" sz="2800" dirty="0"/>
              <a:t>This is the decorator function. It takes another function (</a:t>
            </a:r>
            <a:r>
              <a:rPr lang="en-US" sz="2800" dirty="0" err="1"/>
              <a:t>func</a:t>
            </a:r>
            <a:r>
              <a:rPr lang="en-US" sz="2800" dirty="0"/>
              <a:t>) as input.</a:t>
            </a:r>
          </a:p>
          <a:p>
            <a:pPr marL="342900" indent="-342900" algn="l" fontAlgn="base">
              <a:buFont typeface="Arial" panose="020B0604020202020204" pitchFamily="34" charset="0"/>
              <a:buChar char="•"/>
            </a:pPr>
            <a:r>
              <a:rPr lang="en-US" sz="2800" b="1" dirty="0"/>
              <a:t>**wrapper(*</a:t>
            </a:r>
            <a:r>
              <a:rPr lang="en-US" sz="2800" b="1" dirty="0" err="1"/>
              <a:t>args</a:t>
            </a:r>
            <a:r>
              <a:rPr lang="en-US" sz="2800" b="1" dirty="0"/>
              <a:t>, </a:t>
            </a:r>
            <a:r>
              <a:rPr lang="en-US" sz="2800" b="1" dirty="0" err="1"/>
              <a:t>kwargs</a:t>
            </a:r>
            <a:r>
              <a:rPr lang="en-US" sz="2800" b="1" dirty="0"/>
              <a:t>)</a:t>
            </a:r>
            <a:r>
              <a:rPr lang="en-US" sz="2800" dirty="0"/>
              <a:t>: A nested function that wraps </a:t>
            </a:r>
            <a:r>
              <a:rPr lang="en-US" sz="2800" dirty="0" err="1"/>
              <a:t>func</a:t>
            </a:r>
            <a:r>
              <a:rPr lang="en-US" sz="2800" dirty="0"/>
              <a:t>. </a:t>
            </a:r>
            <a:r>
              <a:rPr lang="en-US" sz="2800" b="1" dirty="0"/>
              <a:t>*</a:t>
            </a:r>
            <a:r>
              <a:rPr lang="en-US" sz="2800" b="1" dirty="0" err="1"/>
              <a:t>args</a:t>
            </a:r>
            <a:r>
              <a:rPr lang="en-US" sz="2800" dirty="0"/>
              <a:t> collects positional arguments, </a:t>
            </a:r>
            <a:r>
              <a:rPr lang="en-US" sz="2800" b="1" dirty="0"/>
              <a:t>**</a:t>
            </a:r>
            <a:r>
              <a:rPr lang="en-US" sz="2800" b="1" dirty="0" err="1"/>
              <a:t>kwargs</a:t>
            </a:r>
            <a:r>
              <a:rPr lang="en-US" sz="2800" dirty="0"/>
              <a:t> collects keyword arguments, so wrapper works with any function.</a:t>
            </a:r>
          </a:p>
          <a:p>
            <a:pPr marL="342900" indent="-342900" algn="l" fontAlgn="base">
              <a:buFont typeface="Arial" panose="020B0604020202020204" pitchFamily="34" charset="0"/>
              <a:buChar char="•"/>
            </a:pPr>
            <a:r>
              <a:rPr lang="en-US" sz="2800" b="1" dirty="0"/>
              <a:t>@decorator_name:</a:t>
            </a:r>
            <a:r>
              <a:rPr lang="en-US" sz="2800" dirty="0"/>
              <a:t> Syntax sugar for </a:t>
            </a:r>
            <a:r>
              <a:rPr lang="en-US" sz="2800" b="1" dirty="0"/>
              <a:t>add = </a:t>
            </a:r>
            <a:r>
              <a:rPr lang="en-US" sz="2800" b="1" dirty="0" err="1"/>
              <a:t>decorator_name</a:t>
            </a:r>
            <a:r>
              <a:rPr lang="en-US" sz="2800" b="1" dirty="0"/>
              <a:t>(add)</a:t>
            </a:r>
            <a:r>
              <a:rPr lang="en-US" sz="2800" dirty="0"/>
              <a:t>.</a:t>
            </a:r>
          </a:p>
        </p:txBody>
      </p:sp>
      <p:sp>
        <p:nvSpPr>
          <p:cNvPr id="4" name="Slide Number Placeholder 3">
            <a:extLst>
              <a:ext uri="{FF2B5EF4-FFF2-40B4-BE49-F238E27FC236}">
                <a16:creationId xmlns:a16="http://schemas.microsoft.com/office/drawing/2014/main" id="{9E9E8BCC-CDDC-4890-4E82-27F00C46E2E4}"/>
              </a:ext>
            </a:extLst>
          </p:cNvPr>
          <p:cNvSpPr>
            <a:spLocks noGrp="1"/>
          </p:cNvSpPr>
          <p:nvPr>
            <p:ph type="sldNum" sz="quarter" idx="12"/>
          </p:nvPr>
        </p:nvSpPr>
        <p:spPr/>
        <p:txBody>
          <a:bodyPr/>
          <a:lstStyle/>
          <a:p>
            <a:fld id="{CC057153-B650-4DEB-B370-79DDCFDCE934}" type="slidenum">
              <a:rPr lang="en-US" smtClean="0"/>
              <a:t>16</a:t>
            </a:fld>
            <a:endParaRPr lang="en-US" dirty="0"/>
          </a:p>
        </p:txBody>
      </p:sp>
    </p:spTree>
    <p:extLst>
      <p:ext uri="{BB962C8B-B14F-4D97-AF65-F5344CB8AC3E}">
        <p14:creationId xmlns:p14="http://schemas.microsoft.com/office/powerpoint/2010/main" val="558685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B3E75-035C-865C-B45E-2776535F31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8F7C01-5921-BB3C-9441-C5FA82560C0B}"/>
              </a:ext>
            </a:extLst>
          </p:cNvPr>
          <p:cNvSpPr>
            <a:spLocks noGrp="1"/>
          </p:cNvSpPr>
          <p:nvPr>
            <p:ph type="ctrTitle"/>
          </p:nvPr>
        </p:nvSpPr>
        <p:spPr>
          <a:xfrm>
            <a:off x="1295400" y="1005840"/>
            <a:ext cx="9601200" cy="2621154"/>
          </a:xfrm>
        </p:spPr>
        <p:txBody>
          <a:bodyPr anchor="b">
            <a:normAutofit/>
          </a:bodyPr>
          <a:lstStyle/>
          <a:p>
            <a:pPr fontAlgn="base"/>
            <a:r>
              <a:rPr lang="en-IN" b="1" dirty="0"/>
              <a:t>Functions as First-Class Objects</a:t>
            </a:r>
          </a:p>
        </p:txBody>
      </p:sp>
      <p:sp>
        <p:nvSpPr>
          <p:cNvPr id="7" name="Subtitle 2">
            <a:extLst>
              <a:ext uri="{FF2B5EF4-FFF2-40B4-BE49-F238E27FC236}">
                <a16:creationId xmlns:a16="http://schemas.microsoft.com/office/drawing/2014/main" id="{74A33134-EB70-BAFC-C9BE-C5110E4D9E82}"/>
              </a:ext>
            </a:extLst>
          </p:cNvPr>
          <p:cNvSpPr>
            <a:spLocks noGrp="1"/>
          </p:cNvSpPr>
          <p:nvPr>
            <p:ph type="subTitle" idx="1"/>
          </p:nvPr>
        </p:nvSpPr>
        <p:spPr>
          <a:xfrm>
            <a:off x="1295400" y="3749039"/>
            <a:ext cx="9601200" cy="2103120"/>
          </a:xfrm>
        </p:spPr>
        <p:txBody>
          <a:bodyPr>
            <a:normAutofit/>
          </a:bodyPr>
          <a:lstStyle/>
          <a:p>
            <a:pPr algn="l"/>
            <a:r>
              <a:rPr lang="en-US" sz="2800" dirty="0"/>
              <a:t>allows functions to be </a:t>
            </a:r>
            <a:r>
              <a:rPr lang="en-US" sz="2800" b="1" dirty="0"/>
              <a:t>assigned to variables</a:t>
            </a:r>
            <a:r>
              <a:rPr lang="en-US" sz="2800" dirty="0"/>
              <a:t>, </a:t>
            </a:r>
            <a:r>
              <a:rPr lang="en-US" sz="2800" b="1" dirty="0"/>
              <a:t>passed as arguments</a:t>
            </a:r>
            <a:r>
              <a:rPr lang="en-US" sz="2800" dirty="0"/>
              <a:t>, </a:t>
            </a:r>
            <a:r>
              <a:rPr lang="en-US" sz="2800" b="1" dirty="0"/>
              <a:t>returned from other functions</a:t>
            </a:r>
            <a:r>
              <a:rPr lang="en-US" sz="2800" dirty="0"/>
              <a:t> and </a:t>
            </a:r>
            <a:r>
              <a:rPr lang="en-US" sz="2800" b="1" dirty="0"/>
              <a:t>stored in data structures</a:t>
            </a:r>
            <a:r>
              <a:rPr lang="en-US" sz="2800" dirty="0"/>
              <a:t> enabling flexible programming patterns, including decorators.</a:t>
            </a:r>
          </a:p>
        </p:txBody>
      </p:sp>
      <p:sp>
        <p:nvSpPr>
          <p:cNvPr id="5" name="Slide Number Placeholder 4">
            <a:extLst>
              <a:ext uri="{FF2B5EF4-FFF2-40B4-BE49-F238E27FC236}">
                <a16:creationId xmlns:a16="http://schemas.microsoft.com/office/drawing/2014/main" id="{8C4E8245-5481-7199-1385-70057A2C018F}"/>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17</a:t>
            </a:fld>
            <a:endParaRPr lang="en-US"/>
          </a:p>
        </p:txBody>
      </p:sp>
    </p:spTree>
    <p:extLst>
      <p:ext uri="{BB962C8B-B14F-4D97-AF65-F5344CB8AC3E}">
        <p14:creationId xmlns:p14="http://schemas.microsoft.com/office/powerpoint/2010/main" val="5484697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2E261-54FD-E4C9-E1DA-DD480148F5CD}"/>
              </a:ext>
            </a:extLst>
          </p:cNvPr>
          <p:cNvSpPr>
            <a:spLocks noGrp="1"/>
          </p:cNvSpPr>
          <p:nvPr>
            <p:ph type="ctrTitle"/>
          </p:nvPr>
        </p:nvSpPr>
        <p:spPr>
          <a:xfrm>
            <a:off x="834390" y="1143000"/>
            <a:ext cx="10161270" cy="4572000"/>
          </a:xfrm>
        </p:spPr>
        <p:txBody>
          <a:bodyPr>
            <a:noAutofit/>
          </a:bodyPr>
          <a:lstStyle/>
          <a:p>
            <a:pPr algn="l"/>
            <a:r>
              <a:rPr lang="en-US" sz="2000" b="1" dirty="0"/>
              <a:t># Assigning a function to a variable</a:t>
            </a:r>
            <a:br>
              <a:rPr lang="en-US" sz="2000" b="1" dirty="0"/>
            </a:br>
            <a:r>
              <a:rPr lang="en-US" sz="2000" b="1" dirty="0"/>
              <a:t>def greet(n):</a:t>
            </a:r>
            <a:br>
              <a:rPr lang="en-US" sz="2000" b="1" dirty="0"/>
            </a:br>
            <a:r>
              <a:rPr lang="en-US" sz="2000" b="1" dirty="0"/>
              <a:t>    return </a:t>
            </a:r>
            <a:r>
              <a:rPr lang="en-US" sz="2000" b="1" dirty="0" err="1"/>
              <a:t>f"Hello</a:t>
            </a:r>
            <a:r>
              <a:rPr lang="en-US" sz="2000" b="1" dirty="0"/>
              <a:t>, {n}!"</a:t>
            </a:r>
            <a:br>
              <a:rPr lang="en-US" sz="2000" b="1" dirty="0"/>
            </a:br>
            <a:r>
              <a:rPr lang="en-US" sz="2000" b="1" dirty="0" err="1"/>
              <a:t>say_hi</a:t>
            </a:r>
            <a:r>
              <a:rPr lang="en-US" sz="2000" b="1" dirty="0"/>
              <a:t> = greet  # Assign the greet function to </a:t>
            </a:r>
            <a:r>
              <a:rPr lang="en-US" sz="2000" b="1" dirty="0" err="1"/>
              <a:t>say_hi</a:t>
            </a:r>
            <a:br>
              <a:rPr lang="en-US" sz="2000" b="1" dirty="0"/>
            </a:br>
            <a:r>
              <a:rPr lang="en-US" sz="2000" b="1" dirty="0"/>
              <a:t>print(</a:t>
            </a:r>
            <a:r>
              <a:rPr lang="en-US" sz="2000" b="1" dirty="0" err="1"/>
              <a:t>say_hi</a:t>
            </a:r>
            <a:r>
              <a:rPr lang="en-US" sz="2000" b="1" dirty="0"/>
              <a:t>("Alice")) </a:t>
            </a:r>
            <a:br>
              <a:rPr lang="en-US" sz="2000" b="1" dirty="0"/>
            </a:br>
            <a:br>
              <a:rPr lang="en-US" sz="2000" b="1" dirty="0"/>
            </a:br>
            <a:r>
              <a:rPr lang="en-US" sz="2000" b="1" dirty="0"/>
              <a:t># Passing a function as an argument</a:t>
            </a:r>
            <a:br>
              <a:rPr lang="en-US" sz="2000" b="1" dirty="0"/>
            </a:br>
            <a:r>
              <a:rPr lang="en-US" sz="2000" b="1" dirty="0"/>
              <a:t>def apply(f, v):</a:t>
            </a:r>
            <a:br>
              <a:rPr lang="en-US" sz="2000" b="1" dirty="0"/>
            </a:br>
            <a:r>
              <a:rPr lang="en-US" sz="2000" b="1" dirty="0"/>
              <a:t>    return f(v)</a:t>
            </a:r>
            <a:br>
              <a:rPr lang="en-US" sz="2000" b="1" dirty="0"/>
            </a:br>
            <a:r>
              <a:rPr lang="en-US" sz="2000" b="1" dirty="0"/>
              <a:t>res = apply(</a:t>
            </a:r>
            <a:r>
              <a:rPr lang="en-US" sz="2000" b="1" dirty="0" err="1"/>
              <a:t>say_hi</a:t>
            </a:r>
            <a:r>
              <a:rPr lang="en-US" sz="2000" b="1" dirty="0"/>
              <a:t>, "Bob")</a:t>
            </a:r>
            <a:br>
              <a:rPr lang="en-US" sz="2000" b="1" dirty="0"/>
            </a:br>
            <a:r>
              <a:rPr lang="en-US" sz="2000" b="1" dirty="0"/>
              <a:t>print(res) </a:t>
            </a:r>
            <a:br>
              <a:rPr lang="en-US" sz="2000" b="1" dirty="0"/>
            </a:br>
            <a:br>
              <a:rPr lang="en-US" sz="2000" b="1" dirty="0"/>
            </a:br>
            <a:r>
              <a:rPr lang="en-US" sz="2000" b="1" dirty="0"/>
              <a:t># Returning a function from another function</a:t>
            </a:r>
            <a:br>
              <a:rPr lang="en-US" sz="2000" b="1" dirty="0"/>
            </a:br>
            <a:r>
              <a:rPr lang="en-US" sz="2000" b="1" dirty="0"/>
              <a:t>def </a:t>
            </a:r>
            <a:r>
              <a:rPr lang="en-US" sz="2000" b="1" dirty="0" err="1"/>
              <a:t>make_mult</a:t>
            </a:r>
            <a:r>
              <a:rPr lang="en-US" sz="2000" b="1" dirty="0"/>
              <a:t>(f):</a:t>
            </a:r>
            <a:br>
              <a:rPr lang="en-US" sz="2000" b="1" dirty="0"/>
            </a:br>
            <a:r>
              <a:rPr lang="en-US" sz="2000" b="1" dirty="0"/>
              <a:t>    def </a:t>
            </a:r>
            <a:r>
              <a:rPr lang="en-US" sz="2000" b="1" dirty="0" err="1"/>
              <a:t>mult</a:t>
            </a:r>
            <a:r>
              <a:rPr lang="en-US" sz="2000" b="1" dirty="0"/>
              <a:t>(x):</a:t>
            </a:r>
            <a:br>
              <a:rPr lang="en-US" sz="2000" b="1" dirty="0"/>
            </a:br>
            <a:r>
              <a:rPr lang="en-US" sz="2000" b="1" dirty="0"/>
              <a:t>        return x * f</a:t>
            </a:r>
            <a:br>
              <a:rPr lang="en-US" sz="2000" b="1" dirty="0"/>
            </a:br>
            <a:r>
              <a:rPr lang="en-US" sz="2000" b="1" dirty="0"/>
              <a:t>    return </a:t>
            </a:r>
            <a:r>
              <a:rPr lang="en-US" sz="2000" b="1" dirty="0" err="1"/>
              <a:t>mult</a:t>
            </a:r>
            <a:br>
              <a:rPr lang="en-US" sz="2000" b="1" dirty="0"/>
            </a:br>
            <a:r>
              <a:rPr lang="en-US" sz="2000" b="1" dirty="0" err="1"/>
              <a:t>dbl</a:t>
            </a:r>
            <a:r>
              <a:rPr lang="en-US" sz="2000" b="1" dirty="0"/>
              <a:t> = </a:t>
            </a:r>
            <a:r>
              <a:rPr lang="en-US" sz="2000" b="1" dirty="0" err="1"/>
              <a:t>make_mult</a:t>
            </a:r>
            <a:r>
              <a:rPr lang="en-US" sz="2000" b="1" dirty="0"/>
              <a:t>(2)</a:t>
            </a:r>
            <a:br>
              <a:rPr lang="en-US" sz="2000" b="1" dirty="0"/>
            </a:br>
            <a:r>
              <a:rPr lang="en-US" sz="2000" b="1" dirty="0"/>
              <a:t>print(</a:t>
            </a:r>
            <a:r>
              <a:rPr lang="en-US" sz="2000" b="1" dirty="0" err="1"/>
              <a:t>dbl</a:t>
            </a:r>
            <a:r>
              <a:rPr lang="en-US" sz="2000" b="1" dirty="0"/>
              <a:t>(5))</a:t>
            </a:r>
            <a:endParaRPr lang="en-IN" sz="2000" b="1" dirty="0"/>
          </a:p>
        </p:txBody>
      </p:sp>
      <p:sp>
        <p:nvSpPr>
          <p:cNvPr id="3" name="Slide Number Placeholder 2">
            <a:extLst>
              <a:ext uri="{FF2B5EF4-FFF2-40B4-BE49-F238E27FC236}">
                <a16:creationId xmlns:a16="http://schemas.microsoft.com/office/drawing/2014/main" id="{5FEF0C1F-B06F-C179-0F15-494C03745E87}"/>
              </a:ext>
            </a:extLst>
          </p:cNvPr>
          <p:cNvSpPr>
            <a:spLocks noGrp="1"/>
          </p:cNvSpPr>
          <p:nvPr>
            <p:ph type="sldNum" sz="quarter" idx="12"/>
          </p:nvPr>
        </p:nvSpPr>
        <p:spPr/>
        <p:txBody>
          <a:bodyPr/>
          <a:lstStyle/>
          <a:p>
            <a:fld id="{CC057153-B650-4DEB-B370-79DDCFDCE934}" type="slidenum">
              <a:rPr lang="en-US" smtClean="0"/>
              <a:t>18</a:t>
            </a:fld>
            <a:endParaRPr lang="en-US" dirty="0"/>
          </a:p>
        </p:txBody>
      </p:sp>
    </p:spTree>
    <p:extLst>
      <p:ext uri="{BB962C8B-B14F-4D97-AF65-F5344CB8AC3E}">
        <p14:creationId xmlns:p14="http://schemas.microsoft.com/office/powerpoint/2010/main" val="15191339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CDA07-B647-42EF-1BEC-6C51A2B1E267}"/>
              </a:ext>
            </a:extLst>
          </p:cNvPr>
          <p:cNvSpPr>
            <a:spLocks noGrp="1"/>
          </p:cNvSpPr>
          <p:nvPr>
            <p:ph type="ctrTitle"/>
          </p:nvPr>
        </p:nvSpPr>
        <p:spPr>
          <a:xfrm>
            <a:off x="1028700" y="1143000"/>
            <a:ext cx="10138410" cy="4572000"/>
          </a:xfrm>
        </p:spPr>
        <p:txBody>
          <a:bodyPr>
            <a:noAutofit/>
          </a:bodyPr>
          <a:lstStyle/>
          <a:p>
            <a:pPr algn="l" fontAlgn="base"/>
            <a:r>
              <a:rPr lang="en-US" sz="2800" b="1" dirty="0"/>
              <a:t>Explanation:</a:t>
            </a:r>
            <a:br>
              <a:rPr lang="en-US" sz="2800" b="1" dirty="0"/>
            </a:br>
            <a:br>
              <a:rPr lang="en-US" sz="2800" dirty="0"/>
            </a:br>
            <a:r>
              <a:rPr lang="en-US" sz="2800" b="1" dirty="0"/>
              <a:t>greet() </a:t>
            </a:r>
            <a:r>
              <a:rPr lang="en-US" sz="2800" dirty="0"/>
              <a:t>is assigned to </a:t>
            </a:r>
            <a:r>
              <a:rPr lang="en-US" sz="2800" b="1" dirty="0" err="1"/>
              <a:t>say_hi</a:t>
            </a:r>
            <a:r>
              <a:rPr lang="en-US" sz="2800" dirty="0"/>
              <a:t> variable, which is used to print a greeting for "Alice".</a:t>
            </a:r>
            <a:br>
              <a:rPr lang="en-US" sz="2800" dirty="0"/>
            </a:br>
            <a:r>
              <a:rPr lang="en-US" sz="2800" b="1" dirty="0"/>
              <a:t>apply()</a:t>
            </a:r>
            <a:r>
              <a:rPr lang="en-US" sz="2800" dirty="0"/>
              <a:t> takes a function and a value as arguments, applies function to value and returns the result.</a:t>
            </a:r>
            <a:br>
              <a:rPr lang="en-US" sz="2800" dirty="0"/>
            </a:br>
            <a:r>
              <a:rPr lang="en-US" sz="2800" b="1" dirty="0"/>
              <a:t>apply </a:t>
            </a:r>
            <a:r>
              <a:rPr lang="en-US" sz="2800" dirty="0"/>
              <a:t>is demonstrated by passing </a:t>
            </a:r>
            <a:r>
              <a:rPr lang="en-US" sz="2800" b="1" dirty="0" err="1"/>
              <a:t>say_hi</a:t>
            </a:r>
            <a:r>
              <a:rPr lang="en-US" sz="2800" dirty="0"/>
              <a:t> and "Bob", printing a greeting for "Bob".</a:t>
            </a:r>
            <a:br>
              <a:rPr lang="en-US" sz="2800" dirty="0"/>
            </a:br>
            <a:r>
              <a:rPr lang="en-US" sz="2800" b="1" dirty="0" err="1"/>
              <a:t>make_mult</a:t>
            </a:r>
            <a:r>
              <a:rPr lang="en-US" sz="2800" b="1" dirty="0"/>
              <a:t>()</a:t>
            </a:r>
            <a:r>
              <a:rPr lang="en-US" sz="2800" dirty="0"/>
              <a:t> creates a multiplier function based on a given factor.</a:t>
            </a:r>
            <a:br>
              <a:rPr lang="en-US" sz="2800" dirty="0"/>
            </a:br>
            <a:endParaRPr lang="en-IN" sz="2800" dirty="0"/>
          </a:p>
        </p:txBody>
      </p:sp>
      <p:sp>
        <p:nvSpPr>
          <p:cNvPr id="3" name="Slide Number Placeholder 2">
            <a:extLst>
              <a:ext uri="{FF2B5EF4-FFF2-40B4-BE49-F238E27FC236}">
                <a16:creationId xmlns:a16="http://schemas.microsoft.com/office/drawing/2014/main" id="{918E3BC5-BA3F-9E75-E80B-335BDBEBD716}"/>
              </a:ext>
            </a:extLst>
          </p:cNvPr>
          <p:cNvSpPr>
            <a:spLocks noGrp="1"/>
          </p:cNvSpPr>
          <p:nvPr>
            <p:ph type="sldNum" sz="quarter" idx="12"/>
          </p:nvPr>
        </p:nvSpPr>
        <p:spPr/>
        <p:txBody>
          <a:bodyPr/>
          <a:lstStyle/>
          <a:p>
            <a:fld id="{CC057153-B650-4DEB-B370-79DDCFDCE934}" type="slidenum">
              <a:rPr lang="en-US" smtClean="0"/>
              <a:t>19</a:t>
            </a:fld>
            <a:endParaRPr lang="en-US" dirty="0"/>
          </a:p>
        </p:txBody>
      </p:sp>
    </p:spTree>
    <p:extLst>
      <p:ext uri="{BB962C8B-B14F-4D97-AF65-F5344CB8AC3E}">
        <p14:creationId xmlns:p14="http://schemas.microsoft.com/office/powerpoint/2010/main" val="13621980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22DE6-AF23-AA25-E3ED-6864B94D79F0}"/>
              </a:ext>
            </a:extLst>
          </p:cNvPr>
          <p:cNvSpPr>
            <a:spLocks noGrp="1"/>
          </p:cNvSpPr>
          <p:nvPr>
            <p:ph type="ctrTitle"/>
          </p:nvPr>
        </p:nvSpPr>
        <p:spPr>
          <a:xfrm>
            <a:off x="4130040" y="1645920"/>
            <a:ext cx="4225290" cy="3566160"/>
          </a:xfrm>
        </p:spPr>
        <p:txBody>
          <a:bodyPr anchor="ctr">
            <a:normAutofit/>
          </a:bodyPr>
          <a:lstStyle/>
          <a:p>
            <a:pPr fontAlgn="base"/>
            <a:r>
              <a:rPr lang="en-IN" b="1" dirty="0"/>
              <a:t>Types of Decorators</a:t>
            </a:r>
          </a:p>
        </p:txBody>
      </p:sp>
      <p:sp>
        <p:nvSpPr>
          <p:cNvPr id="5" name="Slide Number Placeholder 4">
            <a:extLst>
              <a:ext uri="{FF2B5EF4-FFF2-40B4-BE49-F238E27FC236}">
                <a16:creationId xmlns:a16="http://schemas.microsoft.com/office/drawing/2014/main" id="{296DEF4F-4551-DD63-281C-098257919A97}"/>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20</a:t>
            </a:fld>
            <a:endParaRPr lang="en-US"/>
          </a:p>
        </p:txBody>
      </p:sp>
    </p:spTree>
    <p:extLst>
      <p:ext uri="{BB962C8B-B14F-4D97-AF65-F5344CB8AC3E}">
        <p14:creationId xmlns:p14="http://schemas.microsoft.com/office/powerpoint/2010/main" val="41945305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25C6C-D7D9-A715-EF8E-4898211F59F7}"/>
              </a:ext>
            </a:extLst>
          </p:cNvPr>
          <p:cNvSpPr>
            <a:spLocks noGrp="1"/>
          </p:cNvSpPr>
          <p:nvPr>
            <p:ph type="ctrTitle"/>
          </p:nvPr>
        </p:nvSpPr>
        <p:spPr>
          <a:xfrm>
            <a:off x="982980" y="1143000"/>
            <a:ext cx="9818370" cy="4572000"/>
          </a:xfrm>
        </p:spPr>
        <p:txBody>
          <a:bodyPr>
            <a:normAutofit fontScale="90000"/>
          </a:bodyPr>
          <a:lstStyle/>
          <a:p>
            <a:pPr algn="l"/>
            <a:r>
              <a:rPr lang="en-IN" sz="2400" b="1" dirty="0"/>
              <a:t>1. Function Decorators</a:t>
            </a:r>
            <a:br>
              <a:rPr lang="en-IN" sz="2400" b="1" dirty="0"/>
            </a:br>
            <a:r>
              <a:rPr lang="en-US" sz="2400" b="1" dirty="0"/>
              <a:t>Example:</a:t>
            </a:r>
            <a:r>
              <a:rPr lang="en-US" sz="2400" dirty="0"/>
              <a:t> In this Example, a decorator prints a message before and after executing wrapped function.</a:t>
            </a:r>
            <a:br>
              <a:rPr lang="en-US" sz="2400" dirty="0"/>
            </a:br>
            <a:br>
              <a:rPr lang="en-US" sz="2400" dirty="0"/>
            </a:br>
            <a:r>
              <a:rPr lang="en-US" sz="2400" dirty="0"/>
              <a:t>def </a:t>
            </a:r>
            <a:r>
              <a:rPr lang="en-US" sz="2400" dirty="0" err="1"/>
              <a:t>simple_decorator</a:t>
            </a:r>
            <a:r>
              <a:rPr lang="en-US" sz="2400" dirty="0"/>
              <a:t>(</a:t>
            </a:r>
            <a:r>
              <a:rPr lang="en-US" sz="2400" dirty="0" err="1"/>
              <a:t>func</a:t>
            </a:r>
            <a:r>
              <a:rPr lang="en-US" sz="2400" dirty="0"/>
              <a:t>):</a:t>
            </a:r>
            <a:br>
              <a:rPr lang="en-US" sz="2400" dirty="0"/>
            </a:br>
            <a:r>
              <a:rPr lang="en-US" sz="2400" dirty="0"/>
              <a:t>    def wrapper():</a:t>
            </a:r>
            <a:br>
              <a:rPr lang="en-US" sz="2400" dirty="0"/>
            </a:br>
            <a:r>
              <a:rPr lang="en-US" sz="2400" dirty="0"/>
              <a:t>        print("&gt;&gt;&gt; Starting function")</a:t>
            </a:r>
            <a:br>
              <a:rPr lang="en-US" sz="2400" dirty="0"/>
            </a:br>
            <a:r>
              <a:rPr lang="en-US" sz="2400" dirty="0"/>
              <a:t>        </a:t>
            </a:r>
            <a:r>
              <a:rPr lang="en-US" sz="2400" dirty="0" err="1"/>
              <a:t>func</a:t>
            </a:r>
            <a:r>
              <a:rPr lang="en-US" sz="2400" dirty="0"/>
              <a:t>()</a:t>
            </a:r>
            <a:br>
              <a:rPr lang="en-US" sz="2400" dirty="0"/>
            </a:br>
            <a:r>
              <a:rPr lang="en-US" sz="2400" dirty="0"/>
              <a:t>        print("&gt;&gt;&gt; Function finished")</a:t>
            </a:r>
            <a:br>
              <a:rPr lang="en-US" sz="2400" dirty="0"/>
            </a:br>
            <a:r>
              <a:rPr lang="en-US" sz="2400" dirty="0"/>
              <a:t>    return wrapper</a:t>
            </a:r>
            <a:br>
              <a:rPr lang="en-US" sz="2400" dirty="0"/>
            </a:br>
            <a:br>
              <a:rPr lang="en-US" sz="2400" dirty="0"/>
            </a:br>
            <a:r>
              <a:rPr lang="en-US" sz="2400" dirty="0"/>
              <a:t>@simple_decorator</a:t>
            </a:r>
            <a:br>
              <a:rPr lang="en-US" sz="2400" dirty="0"/>
            </a:br>
            <a:r>
              <a:rPr lang="en-US" sz="2400" dirty="0"/>
              <a:t>def greet():</a:t>
            </a:r>
            <a:br>
              <a:rPr lang="en-US" sz="2400" dirty="0"/>
            </a:br>
            <a:r>
              <a:rPr lang="en-US" sz="2400" dirty="0"/>
              <a:t>    print("Hello, World!")</a:t>
            </a:r>
            <a:br>
              <a:rPr lang="en-US" sz="2400" dirty="0"/>
            </a:br>
            <a:r>
              <a:rPr lang="en-US" sz="2400" dirty="0"/>
              <a:t>greet()</a:t>
            </a:r>
            <a:endParaRPr lang="en-IN" sz="2400" dirty="0"/>
          </a:p>
        </p:txBody>
      </p:sp>
      <p:sp>
        <p:nvSpPr>
          <p:cNvPr id="3" name="Slide Number Placeholder 2">
            <a:extLst>
              <a:ext uri="{FF2B5EF4-FFF2-40B4-BE49-F238E27FC236}">
                <a16:creationId xmlns:a16="http://schemas.microsoft.com/office/drawing/2014/main" id="{5E35248C-6922-E908-FECD-068ED46117B6}"/>
              </a:ext>
            </a:extLst>
          </p:cNvPr>
          <p:cNvSpPr>
            <a:spLocks noGrp="1"/>
          </p:cNvSpPr>
          <p:nvPr>
            <p:ph type="sldNum" sz="quarter" idx="12"/>
          </p:nvPr>
        </p:nvSpPr>
        <p:spPr/>
        <p:txBody>
          <a:bodyPr/>
          <a:lstStyle/>
          <a:p>
            <a:fld id="{CC057153-B650-4DEB-B370-79DDCFDCE934}" type="slidenum">
              <a:rPr lang="en-US" smtClean="0"/>
              <a:t>21</a:t>
            </a:fld>
            <a:endParaRPr lang="en-US" dirty="0"/>
          </a:p>
        </p:txBody>
      </p:sp>
    </p:spTree>
    <p:extLst>
      <p:ext uri="{BB962C8B-B14F-4D97-AF65-F5344CB8AC3E}">
        <p14:creationId xmlns:p14="http://schemas.microsoft.com/office/powerpoint/2010/main" val="22946124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D5C0A-B7A6-89B8-6FC5-0264822709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C5F049-D457-F543-53BA-21B092CFACBB}"/>
              </a:ext>
            </a:extLst>
          </p:cNvPr>
          <p:cNvSpPr>
            <a:spLocks noGrp="1"/>
          </p:cNvSpPr>
          <p:nvPr>
            <p:ph type="ctrTitle"/>
          </p:nvPr>
        </p:nvSpPr>
        <p:spPr>
          <a:xfrm>
            <a:off x="982980" y="1143000"/>
            <a:ext cx="9818370" cy="4572000"/>
          </a:xfrm>
        </p:spPr>
        <p:txBody>
          <a:bodyPr>
            <a:noAutofit/>
          </a:bodyPr>
          <a:lstStyle/>
          <a:p>
            <a:pPr algn="l"/>
            <a:r>
              <a:rPr lang="en-IN" sz="2000" b="1" dirty="0"/>
              <a:t>2. Method Decorators</a:t>
            </a:r>
            <a:br>
              <a:rPr lang="en-IN" sz="2000" b="1" dirty="0"/>
            </a:br>
            <a:r>
              <a:rPr lang="en-US" sz="2000" dirty="0"/>
              <a:t>Special decorators used for methods inside a class. They work like function decorators but handle the self parameter for instance methods..</a:t>
            </a:r>
            <a:br>
              <a:rPr lang="en-US" sz="2000" dirty="0"/>
            </a:br>
            <a:br>
              <a:rPr lang="en-US" sz="2000" dirty="0"/>
            </a:br>
            <a:r>
              <a:rPr lang="en-US" sz="2000" dirty="0"/>
              <a:t>def </a:t>
            </a:r>
            <a:r>
              <a:rPr lang="en-US" sz="2000" dirty="0" err="1"/>
              <a:t>method_decorator</a:t>
            </a:r>
            <a:r>
              <a:rPr lang="en-US" sz="2000" dirty="0"/>
              <a:t>(</a:t>
            </a:r>
            <a:r>
              <a:rPr lang="en-US" sz="2000" dirty="0" err="1"/>
              <a:t>func</a:t>
            </a:r>
            <a:r>
              <a:rPr lang="en-US" sz="2000" dirty="0"/>
              <a:t>):</a:t>
            </a:r>
            <a:br>
              <a:rPr lang="en-US" sz="2000" dirty="0"/>
            </a:br>
            <a:r>
              <a:rPr lang="en-US" sz="2000" dirty="0"/>
              <a:t>    def wrapper(self, *</a:t>
            </a:r>
            <a:r>
              <a:rPr lang="en-US" sz="2000" dirty="0" err="1"/>
              <a:t>args</a:t>
            </a:r>
            <a:r>
              <a:rPr lang="en-US" sz="2000" dirty="0"/>
              <a:t>, **</a:t>
            </a:r>
            <a:r>
              <a:rPr lang="en-US" sz="2000" dirty="0" err="1"/>
              <a:t>kwargs</a:t>
            </a:r>
            <a:r>
              <a:rPr lang="en-US" sz="2000" dirty="0"/>
              <a:t>):</a:t>
            </a:r>
            <a:br>
              <a:rPr lang="en-US" sz="2000" dirty="0"/>
            </a:br>
            <a:r>
              <a:rPr lang="en-US" sz="2000" dirty="0"/>
              <a:t>        print("Before method execution")</a:t>
            </a:r>
            <a:br>
              <a:rPr lang="en-US" sz="2000" dirty="0"/>
            </a:br>
            <a:r>
              <a:rPr lang="en-US" sz="2000" dirty="0"/>
              <a:t>        res = </a:t>
            </a:r>
            <a:r>
              <a:rPr lang="en-US" sz="2000" dirty="0" err="1"/>
              <a:t>func</a:t>
            </a:r>
            <a:r>
              <a:rPr lang="en-US" sz="2000" dirty="0"/>
              <a:t>(self, *</a:t>
            </a:r>
            <a:r>
              <a:rPr lang="en-US" sz="2000" dirty="0" err="1"/>
              <a:t>args</a:t>
            </a:r>
            <a:r>
              <a:rPr lang="en-US" sz="2000" dirty="0"/>
              <a:t>, **</a:t>
            </a:r>
            <a:r>
              <a:rPr lang="en-US" sz="2000" dirty="0" err="1"/>
              <a:t>kwargs</a:t>
            </a:r>
            <a:r>
              <a:rPr lang="en-US" sz="2000" dirty="0"/>
              <a:t>)</a:t>
            </a:r>
            <a:br>
              <a:rPr lang="en-US" sz="2000" dirty="0"/>
            </a:br>
            <a:r>
              <a:rPr lang="en-US" sz="2000" dirty="0"/>
              <a:t>        print("After method execution")</a:t>
            </a:r>
            <a:br>
              <a:rPr lang="en-US" sz="2000" dirty="0"/>
            </a:br>
            <a:r>
              <a:rPr lang="en-US" sz="2000" dirty="0"/>
              <a:t>        return res</a:t>
            </a:r>
            <a:br>
              <a:rPr lang="en-US" sz="2000" dirty="0"/>
            </a:br>
            <a:r>
              <a:rPr lang="en-US" sz="2000" dirty="0"/>
              <a:t>    return wrapper</a:t>
            </a:r>
            <a:br>
              <a:rPr lang="en-US" sz="2000" dirty="0"/>
            </a:br>
            <a:br>
              <a:rPr lang="en-US" sz="2000" dirty="0"/>
            </a:br>
            <a:r>
              <a:rPr lang="en-US" sz="2000" dirty="0"/>
              <a:t>class </a:t>
            </a:r>
            <a:r>
              <a:rPr lang="en-US" sz="2000" dirty="0" err="1"/>
              <a:t>MyClass</a:t>
            </a:r>
            <a:r>
              <a:rPr lang="en-US" sz="2000" dirty="0"/>
              <a:t>:</a:t>
            </a:r>
            <a:br>
              <a:rPr lang="en-US" sz="2000" dirty="0"/>
            </a:br>
            <a:r>
              <a:rPr lang="en-US" sz="2000" dirty="0"/>
              <a:t>    @method_decorator</a:t>
            </a:r>
            <a:br>
              <a:rPr lang="en-US" sz="2000" dirty="0"/>
            </a:br>
            <a:r>
              <a:rPr lang="en-US" sz="2000" dirty="0"/>
              <a:t>    def </a:t>
            </a:r>
            <a:r>
              <a:rPr lang="en-US" sz="2000" dirty="0" err="1"/>
              <a:t>say_hello</a:t>
            </a:r>
            <a:r>
              <a:rPr lang="en-US" sz="2000" dirty="0"/>
              <a:t>(self):</a:t>
            </a:r>
            <a:br>
              <a:rPr lang="en-US" sz="2000" dirty="0"/>
            </a:br>
            <a:r>
              <a:rPr lang="en-US" sz="2000" dirty="0"/>
              <a:t>        print("Hello!")</a:t>
            </a:r>
            <a:br>
              <a:rPr lang="en-US" sz="2000" dirty="0"/>
            </a:br>
            <a:r>
              <a:rPr lang="en-US" sz="2000" dirty="0"/>
              <a:t>obj = </a:t>
            </a:r>
            <a:r>
              <a:rPr lang="en-US" sz="2000" dirty="0" err="1"/>
              <a:t>MyClass</a:t>
            </a:r>
            <a:r>
              <a:rPr lang="en-US" sz="2000" dirty="0"/>
              <a:t>()</a:t>
            </a:r>
            <a:br>
              <a:rPr lang="en-US" sz="2000" dirty="0"/>
            </a:br>
            <a:r>
              <a:rPr lang="en-US" sz="2000" dirty="0" err="1"/>
              <a:t>obj.say_hello</a:t>
            </a:r>
            <a:r>
              <a:rPr lang="en-US" sz="2000" dirty="0"/>
              <a:t>()</a:t>
            </a:r>
            <a:endParaRPr lang="en-IN" sz="2000" dirty="0"/>
          </a:p>
        </p:txBody>
      </p:sp>
      <p:sp>
        <p:nvSpPr>
          <p:cNvPr id="3" name="Slide Number Placeholder 2">
            <a:extLst>
              <a:ext uri="{FF2B5EF4-FFF2-40B4-BE49-F238E27FC236}">
                <a16:creationId xmlns:a16="http://schemas.microsoft.com/office/drawing/2014/main" id="{B29DB9AA-AD0F-A3C0-2BE9-5C3A9EF9DE65}"/>
              </a:ext>
            </a:extLst>
          </p:cNvPr>
          <p:cNvSpPr>
            <a:spLocks noGrp="1"/>
          </p:cNvSpPr>
          <p:nvPr>
            <p:ph type="sldNum" sz="quarter" idx="12"/>
          </p:nvPr>
        </p:nvSpPr>
        <p:spPr/>
        <p:txBody>
          <a:bodyPr/>
          <a:lstStyle/>
          <a:p>
            <a:fld id="{CC057153-B650-4DEB-B370-79DDCFDCE934}" type="slidenum">
              <a:rPr lang="en-US" smtClean="0"/>
              <a:t>22</a:t>
            </a:fld>
            <a:endParaRPr lang="en-US" dirty="0"/>
          </a:p>
        </p:txBody>
      </p:sp>
    </p:spTree>
    <p:extLst>
      <p:ext uri="{BB962C8B-B14F-4D97-AF65-F5344CB8AC3E}">
        <p14:creationId xmlns:p14="http://schemas.microsoft.com/office/powerpoint/2010/main" val="8124763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CA09B-F3FA-F0C8-1580-76CBA58BCC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7FFA38-C4D2-E651-46EC-AF7C2109BF4A}"/>
              </a:ext>
            </a:extLst>
          </p:cNvPr>
          <p:cNvSpPr>
            <a:spLocks noGrp="1"/>
          </p:cNvSpPr>
          <p:nvPr>
            <p:ph type="ctrTitle"/>
          </p:nvPr>
        </p:nvSpPr>
        <p:spPr>
          <a:xfrm>
            <a:off x="982980" y="560070"/>
            <a:ext cx="9818370" cy="5669482"/>
          </a:xfrm>
        </p:spPr>
        <p:txBody>
          <a:bodyPr>
            <a:noAutofit/>
          </a:bodyPr>
          <a:lstStyle/>
          <a:p>
            <a:pPr algn="l" fontAlgn="base"/>
            <a:r>
              <a:rPr lang="en-IN" sz="1600" b="1" dirty="0"/>
              <a:t>Chaining Multiple Decorators</a:t>
            </a:r>
            <a:br>
              <a:rPr lang="en-IN" sz="1600" b="1" dirty="0"/>
            </a:br>
            <a:r>
              <a:rPr lang="en-IN" sz="1600" b="1" dirty="0"/>
              <a:t>def decor1(</a:t>
            </a:r>
            <a:r>
              <a:rPr lang="en-IN" sz="1600" b="1" dirty="0" err="1"/>
              <a:t>func</a:t>
            </a:r>
            <a:r>
              <a:rPr lang="en-IN" sz="1600" b="1" dirty="0"/>
              <a:t>): </a:t>
            </a:r>
            <a:br>
              <a:rPr lang="en-IN" sz="1600" b="1" dirty="0"/>
            </a:br>
            <a:r>
              <a:rPr lang="en-IN" sz="1600" b="1" dirty="0"/>
              <a:t>    def inner(): </a:t>
            </a:r>
            <a:br>
              <a:rPr lang="en-IN" sz="1600" b="1" dirty="0"/>
            </a:br>
            <a:r>
              <a:rPr lang="en-IN" sz="1600" b="1" dirty="0"/>
              <a:t>        x = </a:t>
            </a:r>
            <a:r>
              <a:rPr lang="en-IN" sz="1600" b="1" dirty="0" err="1"/>
              <a:t>func</a:t>
            </a:r>
            <a:r>
              <a:rPr lang="en-IN" sz="1600" b="1" dirty="0"/>
              <a:t>() </a:t>
            </a:r>
            <a:br>
              <a:rPr lang="en-IN" sz="1600" b="1" dirty="0"/>
            </a:br>
            <a:r>
              <a:rPr lang="en-IN" sz="1600" b="1" dirty="0"/>
              <a:t>        return x * x </a:t>
            </a:r>
            <a:br>
              <a:rPr lang="en-IN" sz="1600" b="1" dirty="0"/>
            </a:br>
            <a:r>
              <a:rPr lang="en-IN" sz="1600" b="1" dirty="0"/>
              <a:t>    return inner </a:t>
            </a:r>
            <a:br>
              <a:rPr lang="en-IN" sz="1600" b="1" dirty="0"/>
            </a:br>
            <a:r>
              <a:rPr lang="en-IN" sz="1600" b="1" dirty="0"/>
              <a:t>def decor(</a:t>
            </a:r>
            <a:r>
              <a:rPr lang="en-IN" sz="1600" b="1" dirty="0" err="1"/>
              <a:t>func</a:t>
            </a:r>
            <a:r>
              <a:rPr lang="en-IN" sz="1600" b="1" dirty="0"/>
              <a:t>): </a:t>
            </a:r>
            <a:br>
              <a:rPr lang="en-IN" sz="1600" b="1" dirty="0"/>
            </a:br>
            <a:r>
              <a:rPr lang="en-IN" sz="1600" b="1" dirty="0"/>
              <a:t>    def inner(): </a:t>
            </a:r>
            <a:br>
              <a:rPr lang="en-IN" sz="1600" b="1" dirty="0"/>
            </a:br>
            <a:r>
              <a:rPr lang="en-IN" sz="1600" b="1" dirty="0"/>
              <a:t>        x = </a:t>
            </a:r>
            <a:r>
              <a:rPr lang="en-IN" sz="1600" b="1" dirty="0" err="1"/>
              <a:t>func</a:t>
            </a:r>
            <a:r>
              <a:rPr lang="en-IN" sz="1600" b="1" dirty="0"/>
              <a:t>() </a:t>
            </a:r>
            <a:br>
              <a:rPr lang="en-IN" sz="1600" b="1" dirty="0"/>
            </a:br>
            <a:r>
              <a:rPr lang="en-IN" sz="1600" b="1" dirty="0"/>
              <a:t>        return 2 * x </a:t>
            </a:r>
            <a:br>
              <a:rPr lang="en-IN" sz="1600" b="1" dirty="0"/>
            </a:br>
            <a:r>
              <a:rPr lang="en-IN" sz="1600" b="1" dirty="0"/>
              <a:t>    return inner </a:t>
            </a:r>
            <a:br>
              <a:rPr lang="en-IN" sz="1600" b="1" dirty="0"/>
            </a:br>
            <a:r>
              <a:rPr lang="en-IN" sz="1600" b="1" dirty="0"/>
              <a:t>@decor1</a:t>
            </a:r>
            <a:br>
              <a:rPr lang="en-IN" sz="1600" b="1" dirty="0"/>
            </a:br>
            <a:r>
              <a:rPr lang="en-IN" sz="1600" b="1" dirty="0"/>
              <a:t>@decor</a:t>
            </a:r>
            <a:br>
              <a:rPr lang="en-IN" sz="1600" b="1" dirty="0"/>
            </a:br>
            <a:r>
              <a:rPr lang="en-IN" sz="1600" b="1" dirty="0"/>
              <a:t>def </a:t>
            </a:r>
            <a:r>
              <a:rPr lang="en-IN" sz="1600" b="1" dirty="0" err="1"/>
              <a:t>num</a:t>
            </a:r>
            <a:r>
              <a:rPr lang="en-IN" sz="1600" b="1" dirty="0"/>
              <a:t>(): </a:t>
            </a:r>
            <a:br>
              <a:rPr lang="en-IN" sz="1600" b="1" dirty="0"/>
            </a:br>
            <a:r>
              <a:rPr lang="en-IN" sz="1600" b="1" dirty="0"/>
              <a:t>    return 10</a:t>
            </a:r>
            <a:br>
              <a:rPr lang="en-IN" sz="1600" b="1" dirty="0"/>
            </a:br>
            <a:r>
              <a:rPr lang="en-IN" sz="1600" b="1" dirty="0"/>
              <a:t>@decor</a:t>
            </a:r>
            <a:br>
              <a:rPr lang="en-IN" sz="1600" b="1" dirty="0"/>
            </a:br>
            <a:r>
              <a:rPr lang="en-IN" sz="1600" b="1" dirty="0"/>
              <a:t>@decor1</a:t>
            </a:r>
            <a:br>
              <a:rPr lang="en-IN" sz="1600" b="1" dirty="0"/>
            </a:br>
            <a:r>
              <a:rPr lang="en-IN" sz="1600" b="1" dirty="0"/>
              <a:t>def num2():</a:t>
            </a:r>
            <a:br>
              <a:rPr lang="en-IN" sz="1600" b="1" dirty="0"/>
            </a:br>
            <a:r>
              <a:rPr lang="en-IN" sz="1600" b="1" dirty="0"/>
              <a:t>    return 10</a:t>
            </a:r>
            <a:br>
              <a:rPr lang="en-IN" sz="1600" b="1" dirty="0"/>
            </a:br>
            <a:r>
              <a:rPr lang="en-IN" sz="1600" b="1" dirty="0"/>
              <a:t>  </a:t>
            </a:r>
            <a:br>
              <a:rPr lang="en-IN" sz="1600" b="1" dirty="0"/>
            </a:br>
            <a:r>
              <a:rPr lang="en-IN" sz="1600" b="1" dirty="0"/>
              <a:t>print(</a:t>
            </a:r>
            <a:r>
              <a:rPr lang="en-IN" sz="1600" b="1" dirty="0" err="1"/>
              <a:t>num</a:t>
            </a:r>
            <a:r>
              <a:rPr lang="en-IN" sz="1600" b="1" dirty="0"/>
              <a:t>()) </a:t>
            </a:r>
            <a:br>
              <a:rPr lang="en-IN" sz="1600" b="1" dirty="0"/>
            </a:br>
            <a:r>
              <a:rPr lang="en-IN" sz="1600" b="1" dirty="0"/>
              <a:t>print(num2())</a:t>
            </a:r>
          </a:p>
        </p:txBody>
      </p:sp>
      <p:sp>
        <p:nvSpPr>
          <p:cNvPr id="3" name="Slide Number Placeholder 2">
            <a:extLst>
              <a:ext uri="{FF2B5EF4-FFF2-40B4-BE49-F238E27FC236}">
                <a16:creationId xmlns:a16="http://schemas.microsoft.com/office/drawing/2014/main" id="{725C1D56-56B2-2A61-05C6-553B55616870}"/>
              </a:ext>
            </a:extLst>
          </p:cNvPr>
          <p:cNvSpPr>
            <a:spLocks noGrp="1"/>
          </p:cNvSpPr>
          <p:nvPr>
            <p:ph type="sldNum" sz="quarter" idx="12"/>
          </p:nvPr>
        </p:nvSpPr>
        <p:spPr/>
        <p:txBody>
          <a:bodyPr/>
          <a:lstStyle/>
          <a:p>
            <a:fld id="{CC057153-B650-4DEB-B370-79DDCFDCE934}" type="slidenum">
              <a:rPr lang="en-US" smtClean="0"/>
              <a:t>23</a:t>
            </a:fld>
            <a:endParaRPr lang="en-US" dirty="0"/>
          </a:p>
        </p:txBody>
      </p:sp>
    </p:spTree>
    <p:extLst>
      <p:ext uri="{BB962C8B-B14F-4D97-AF65-F5344CB8AC3E}">
        <p14:creationId xmlns:p14="http://schemas.microsoft.com/office/powerpoint/2010/main" val="31118549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C978E-A8B3-823D-252F-085DE0BFAA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87E7DB-7C8A-119F-E76C-4F3C3ABDE402}"/>
              </a:ext>
            </a:extLst>
          </p:cNvPr>
          <p:cNvSpPr>
            <a:spLocks noGrp="1"/>
          </p:cNvSpPr>
          <p:nvPr>
            <p:ph type="ctrTitle"/>
          </p:nvPr>
        </p:nvSpPr>
        <p:spPr>
          <a:xfrm>
            <a:off x="4130040" y="1645920"/>
            <a:ext cx="3931920" cy="3566160"/>
          </a:xfrm>
        </p:spPr>
        <p:txBody>
          <a:bodyPr anchor="ctr">
            <a:normAutofit/>
          </a:bodyPr>
          <a:lstStyle/>
          <a:p>
            <a:r>
              <a:rPr lang="en-US"/>
              <a:t>Industry Use Cases</a:t>
            </a:r>
          </a:p>
        </p:txBody>
      </p:sp>
      <p:sp>
        <p:nvSpPr>
          <p:cNvPr id="5" name="Slide Number Placeholder 4">
            <a:extLst>
              <a:ext uri="{FF2B5EF4-FFF2-40B4-BE49-F238E27FC236}">
                <a16:creationId xmlns:a16="http://schemas.microsoft.com/office/drawing/2014/main" id="{D6AC5E75-9CEA-D488-F897-DB72EB081674}"/>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24</a:t>
            </a:fld>
            <a:endParaRPr lang="en-US"/>
          </a:p>
        </p:txBody>
      </p:sp>
    </p:spTree>
    <p:extLst>
      <p:ext uri="{BB962C8B-B14F-4D97-AF65-F5344CB8AC3E}">
        <p14:creationId xmlns:p14="http://schemas.microsoft.com/office/powerpoint/2010/main" val="17579547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FF157-8941-516D-2803-6CEE791B3BB6}"/>
              </a:ext>
            </a:extLst>
          </p:cNvPr>
          <p:cNvSpPr>
            <a:spLocks noGrp="1"/>
          </p:cNvSpPr>
          <p:nvPr>
            <p:ph type="title"/>
          </p:nvPr>
        </p:nvSpPr>
        <p:spPr>
          <a:xfrm>
            <a:off x="1207008" y="786384"/>
            <a:ext cx="7772400" cy="914400"/>
          </a:xfrm>
        </p:spPr>
        <p:txBody>
          <a:bodyPr anchor="b">
            <a:normAutofit/>
          </a:bodyPr>
          <a:lstStyle/>
          <a:p>
            <a:pPr>
              <a:lnSpc>
                <a:spcPct val="90000"/>
              </a:lnSpc>
            </a:pPr>
            <a:r>
              <a:rPr lang="en-US" sz="3000"/>
              <a:t>Practical Applications in Real Projects</a:t>
            </a:r>
          </a:p>
        </p:txBody>
      </p:sp>
      <p:sp>
        <p:nvSpPr>
          <p:cNvPr id="4" name="Content Placeholder 3">
            <a:extLst>
              <a:ext uri="{FF2B5EF4-FFF2-40B4-BE49-F238E27FC236}">
                <a16:creationId xmlns:a16="http://schemas.microsoft.com/office/drawing/2014/main" id="{7FABDCD6-B225-1D4C-60AA-33D2BBD118F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207008" y="1828800"/>
            <a:ext cx="7772400" cy="4206240"/>
          </a:xfrm>
        </p:spPr>
        <p:txBody>
          <a:bodyPr>
            <a:normAutofit/>
          </a:bodyPr>
          <a:lstStyle/>
          <a:p>
            <a:pPr marL="0" indent="0">
              <a:spcBef>
                <a:spcPts val="2500"/>
              </a:spcBef>
              <a:buFont typeface="Arial" panose="020B0604020202020204" pitchFamily="34" charset="0"/>
              <a:buNone/>
            </a:pPr>
            <a:r>
              <a:rPr lang="en-US" b="1"/>
              <a:t>Logging with Decorators</a:t>
            </a:r>
          </a:p>
          <a:p>
            <a:pPr marL="0" lvl="1" indent="0">
              <a:buFont typeface="Arial" panose="020B0604020202020204" pitchFamily="34" charset="0"/>
              <a:buNone/>
            </a:pPr>
            <a:r>
              <a:t>Decorators automate logging of function calls, arguments, and execution time without cluttering core logic.</a:t>
            </a:r>
            <a:endParaRPr lang="en-US"/>
          </a:p>
          <a:p>
            <a:pPr marL="0" indent="0">
              <a:spcBef>
                <a:spcPts val="2500"/>
              </a:spcBef>
              <a:buFont typeface="Arial" panose="020B0604020202020204" pitchFamily="34" charset="0"/>
              <a:buNone/>
            </a:pPr>
            <a:r>
              <a:rPr lang="en-US" b="1"/>
              <a:t>Authentication and Authorization</a:t>
            </a:r>
          </a:p>
          <a:p>
            <a:pPr marL="0" lvl="1" indent="0">
              <a:buFont typeface="Arial" panose="020B0604020202020204" pitchFamily="34" charset="0"/>
              <a:buNone/>
            </a:pPr>
            <a:r>
              <a:t>Decorators validate user permissions in web frameworks to secure sensitive operations effectively.</a:t>
            </a:r>
            <a:endParaRPr lang="en-US"/>
          </a:p>
          <a:p>
            <a:pPr marL="0" indent="0">
              <a:spcBef>
                <a:spcPts val="2500"/>
              </a:spcBef>
              <a:buFont typeface="Arial" panose="020B0604020202020204" pitchFamily="34" charset="0"/>
              <a:buNone/>
            </a:pPr>
            <a:r>
              <a:rPr lang="en-US" b="1"/>
              <a:t>Caching for Performance</a:t>
            </a:r>
          </a:p>
          <a:p>
            <a:pPr marL="0" lvl="1" indent="0">
              <a:buFont typeface="Arial" panose="020B0604020202020204" pitchFamily="34" charset="0"/>
              <a:buNone/>
            </a:pPr>
            <a:r>
              <a:t>Caching decorators save results of expensive computations to speed up repeated operations.</a:t>
            </a:r>
            <a:endParaRPr lang="en-US"/>
          </a:p>
          <a:p>
            <a:pPr marL="0" indent="0">
              <a:spcBef>
                <a:spcPts val="2500"/>
              </a:spcBef>
              <a:buFont typeface="Arial" panose="020B0604020202020204" pitchFamily="34" charset="0"/>
              <a:buNone/>
            </a:pPr>
            <a:r>
              <a:rPr lang="en-US" b="1"/>
              <a:t>API Management</a:t>
            </a:r>
          </a:p>
          <a:p>
            <a:pPr marL="0" lvl="1" indent="0">
              <a:buFont typeface="Arial" panose="020B0604020202020204" pitchFamily="34" charset="0"/>
              <a:buNone/>
            </a:pPr>
            <a:r>
              <a:t>Decorators handle rate limiting, input validation, and error handling in API development.</a:t>
            </a:r>
            <a:endParaRPr lang="en-US"/>
          </a:p>
        </p:txBody>
      </p:sp>
      <p:sp>
        <p:nvSpPr>
          <p:cNvPr id="10" name="Picture Placeholder 4">
            <a:extLst>
              <a:ext uri="{FF2B5EF4-FFF2-40B4-BE49-F238E27FC236}">
                <a16:creationId xmlns:a16="http://schemas.microsoft.com/office/drawing/2014/main" id="{ADAF024E-3D69-1E45-C2B2-E31FA9E6B5ED}"/>
              </a:ext>
            </a:extLst>
          </p:cNvPr>
          <p:cNvSpPr>
            <a:spLocks noGrp="1"/>
          </p:cNvSpPr>
          <p:nvPr>
            <p:ph type="pic" sz="quarter" idx="13"/>
          </p:nvPr>
        </p:nvSpPr>
        <p:spPr>
          <a:xfrm>
            <a:off x="9287478" y="393289"/>
            <a:ext cx="2084255" cy="6051054"/>
          </a:xfrm>
        </p:spPr>
        <p:txBody>
          <a:bodyPr/>
          <a:lstStyle/>
          <a:p>
            <a:endParaRPr lang="en-IN"/>
          </a:p>
        </p:txBody>
      </p:sp>
      <p:sp>
        <p:nvSpPr>
          <p:cNvPr id="5" name="Slide Number Placeholder 4">
            <a:extLst>
              <a:ext uri="{FF2B5EF4-FFF2-40B4-BE49-F238E27FC236}">
                <a16:creationId xmlns:a16="http://schemas.microsoft.com/office/drawing/2014/main" id="{02665F0D-C072-0F18-E5B8-D6BF4A8F60BC}"/>
              </a:ext>
            </a:extLst>
          </p:cNvPr>
          <p:cNvSpPr>
            <a:spLocks noGrp="1"/>
          </p:cNvSpPr>
          <p:nvPr>
            <p:ph type="sldNum" sz="quarter" idx="17"/>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25</a:t>
            </a:fld>
            <a:endParaRPr lang="en-US"/>
          </a:p>
        </p:txBody>
      </p:sp>
    </p:spTree>
    <p:extLst>
      <p:ext uri="{BB962C8B-B14F-4D97-AF65-F5344CB8AC3E}">
        <p14:creationId xmlns:p14="http://schemas.microsoft.com/office/powerpoint/2010/main" val="12878822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8F714-71C6-FBA2-EF98-F37185D66BF5}"/>
              </a:ext>
            </a:extLst>
          </p:cNvPr>
          <p:cNvSpPr>
            <a:spLocks noGrp="1"/>
          </p:cNvSpPr>
          <p:nvPr>
            <p:ph type="ctrTitle"/>
          </p:nvPr>
        </p:nvSpPr>
        <p:spPr>
          <a:xfrm>
            <a:off x="4130040" y="1645920"/>
            <a:ext cx="3931920" cy="3566160"/>
          </a:xfrm>
        </p:spPr>
        <p:txBody>
          <a:bodyPr anchor="ctr">
            <a:normAutofit/>
          </a:bodyPr>
          <a:lstStyle/>
          <a:p>
            <a:r>
              <a:rPr lang="en-US"/>
              <a:t>Practical Problems and Solutions</a:t>
            </a:r>
          </a:p>
        </p:txBody>
      </p:sp>
      <p:sp>
        <p:nvSpPr>
          <p:cNvPr id="5" name="Slide Number Placeholder 4">
            <a:extLst>
              <a:ext uri="{FF2B5EF4-FFF2-40B4-BE49-F238E27FC236}">
                <a16:creationId xmlns:a16="http://schemas.microsoft.com/office/drawing/2014/main" id="{2C7FB1A8-247B-80C1-481B-F6CA43283204}"/>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26</a:t>
            </a:fld>
            <a:endParaRPr lang="en-US"/>
          </a:p>
        </p:txBody>
      </p:sp>
    </p:spTree>
    <p:extLst>
      <p:ext uri="{BB962C8B-B14F-4D97-AF65-F5344CB8AC3E}">
        <p14:creationId xmlns:p14="http://schemas.microsoft.com/office/powerpoint/2010/main" val="29617039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C7B53-44CE-0E93-0BF8-014E84540B2B}"/>
              </a:ext>
            </a:extLst>
          </p:cNvPr>
          <p:cNvSpPr>
            <a:spLocks noGrp="1"/>
          </p:cNvSpPr>
          <p:nvPr>
            <p:ph type="title"/>
          </p:nvPr>
        </p:nvSpPr>
        <p:spPr>
          <a:xfrm>
            <a:off x="1066800" y="640080"/>
            <a:ext cx="10058400" cy="777239"/>
          </a:xfrm>
        </p:spPr>
        <p:txBody>
          <a:bodyPr anchor="t">
            <a:normAutofit/>
          </a:bodyPr>
          <a:lstStyle/>
          <a:p>
            <a:pPr>
              <a:lnSpc>
                <a:spcPct val="90000"/>
              </a:lnSpc>
            </a:pPr>
            <a:r>
              <a:rPr lang="en-US" sz="3400"/>
              <a:t>Common Challenges and Implementations</a:t>
            </a:r>
          </a:p>
        </p:txBody>
      </p:sp>
      <p:sp>
        <p:nvSpPr>
          <p:cNvPr id="4" name="Content Placeholder 3">
            <a:extLst>
              <a:ext uri="{FF2B5EF4-FFF2-40B4-BE49-F238E27FC236}">
                <a16:creationId xmlns:a16="http://schemas.microsoft.com/office/drawing/2014/main" id="{82074541-191C-1D86-88D0-6D2399DFD1E2}"/>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069848" y="1463040"/>
            <a:ext cx="10052050" cy="4754563"/>
          </a:xfrm>
        </p:spPr>
        <p:txBody>
          <a:bodyPr>
            <a:normAutofit/>
          </a:bodyPr>
          <a:lstStyle/>
          <a:p>
            <a:pPr marL="0" indent="0">
              <a:spcBef>
                <a:spcPts val="2500"/>
              </a:spcBef>
              <a:buFont typeface="Arial" panose="020B0604020202020204" pitchFamily="34" charset="0"/>
              <a:buNone/>
            </a:pPr>
            <a:r>
              <a:rPr lang="en-US" b="1"/>
              <a:t>Performance Measurement</a:t>
            </a:r>
          </a:p>
          <a:p>
            <a:pPr marL="0" lvl="1" indent="0">
              <a:buFont typeface="Arial" panose="020B0604020202020204" pitchFamily="34" charset="0"/>
              <a:buNone/>
            </a:pPr>
            <a:r>
              <a:t>Timer decorators measure function execution time to help optimize performance effectively.</a:t>
            </a:r>
            <a:endParaRPr lang="en-US"/>
          </a:p>
          <a:p>
            <a:pPr marL="0" indent="0">
              <a:spcBef>
                <a:spcPts val="2500"/>
              </a:spcBef>
              <a:buFont typeface="Arial" panose="020B0604020202020204" pitchFamily="34" charset="0"/>
              <a:buNone/>
            </a:pPr>
            <a:r>
              <a:rPr lang="en-US" b="1"/>
              <a:t>Authentication Enforcement</a:t>
            </a:r>
          </a:p>
          <a:p>
            <a:pPr marL="0" lvl="1" indent="0">
              <a:buFont typeface="Arial" panose="020B0604020202020204" pitchFamily="34" charset="0"/>
              <a:buNone/>
            </a:pPr>
            <a:r>
              <a:t>Decorators enforce authentication by validating user credentials before executing sensitive operations.</a:t>
            </a:r>
            <a:endParaRPr lang="en-US"/>
          </a:p>
          <a:p>
            <a:pPr marL="0" indent="0">
              <a:spcBef>
                <a:spcPts val="2500"/>
              </a:spcBef>
              <a:buFont typeface="Arial" panose="020B0604020202020204" pitchFamily="34" charset="0"/>
              <a:buNone/>
            </a:pPr>
            <a:r>
              <a:rPr lang="en-US" b="1"/>
              <a:t>Retry Mechanism</a:t>
            </a:r>
          </a:p>
          <a:p>
            <a:pPr marL="0" lvl="1" indent="0">
              <a:buFont typeface="Arial" panose="020B0604020202020204" pitchFamily="34" charset="0"/>
              <a:buNone/>
            </a:pPr>
            <a:r>
              <a:t>Retry decorators improve resilience by retrying functions interacting with unreliable external services.</a:t>
            </a:r>
            <a:endParaRPr lang="en-US"/>
          </a:p>
        </p:txBody>
      </p:sp>
      <p:sp>
        <p:nvSpPr>
          <p:cNvPr id="5" name="Slide Number Placeholder 4">
            <a:extLst>
              <a:ext uri="{FF2B5EF4-FFF2-40B4-BE49-F238E27FC236}">
                <a16:creationId xmlns:a16="http://schemas.microsoft.com/office/drawing/2014/main" id="{92414B3D-DD94-4F92-2293-A46334812ED2}"/>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27</a:t>
            </a:fld>
            <a:endParaRPr lang="en-US"/>
          </a:p>
        </p:txBody>
      </p:sp>
    </p:spTree>
    <p:extLst>
      <p:ext uri="{BB962C8B-B14F-4D97-AF65-F5344CB8AC3E}">
        <p14:creationId xmlns:p14="http://schemas.microsoft.com/office/powerpoint/2010/main" val="32015407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Circinate">
  <a:themeElements>
    <a:clrScheme name="Custom 9">
      <a:dk1>
        <a:srgbClr val="2C2F21"/>
      </a:dk1>
      <a:lt1>
        <a:srgbClr val="EBE3D8"/>
      </a:lt1>
      <a:dk2>
        <a:srgbClr val="000000"/>
      </a:dk2>
      <a:lt2>
        <a:srgbClr val="FFFFFF"/>
      </a:lt2>
      <a:accent1>
        <a:srgbClr val="625D3F"/>
      </a:accent1>
      <a:accent2>
        <a:srgbClr val="0E273F"/>
      </a:accent2>
      <a:accent3>
        <a:srgbClr val="C9C4BE"/>
      </a:accent3>
      <a:accent4>
        <a:srgbClr val="A39481"/>
      </a:accent4>
      <a:accent5>
        <a:srgbClr val="2C1E20"/>
      </a:accent5>
      <a:accent6>
        <a:srgbClr val="E8E8E8"/>
      </a:accent6>
      <a:hlink>
        <a:srgbClr val="467886"/>
      </a:hlink>
      <a:folHlink>
        <a:srgbClr val="96607D"/>
      </a:folHlink>
    </a:clrScheme>
    <a:fontScheme name="Custom 22">
      <a:majorFont>
        <a:latin typeface="Bahnschrift Light"/>
        <a:ea typeface=""/>
        <a:cs typeface=""/>
      </a:majorFont>
      <a:minorFont>
        <a:latin typeface="Bahnschrif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ircinate_CoPilot Layouts_win32_EF_v10" id="{57103A69-FC02-49FB-8E53-10BABFFCD93C}" vid="{B3D2483F-31ED-465D-9D6C-68F8665CCF9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EEC3793-C1BC-496C-A03C-202DFFC513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1CEDABF-7176-4A42-8EF9-E5D4DD31FF6C}">
  <ds:schemaRefs>
    <ds:schemaRef ds:uri="http://schemas.microsoft.com/office/infopath/2007/PartnerControls"/>
    <ds:schemaRef ds:uri="http://purl.org/dc/terms/"/>
    <ds:schemaRef ds:uri="http://schemas.microsoft.com/office/2006/metadata/properties"/>
    <ds:schemaRef ds:uri="http://schemas.microsoft.com/office/2006/documentManagement/types"/>
    <ds:schemaRef ds:uri="http://purl.org/dc/dcmitype/"/>
    <ds:schemaRef ds:uri="http://schemas.openxmlformats.org/package/2006/metadata/core-properties"/>
    <ds:schemaRef ds:uri="http://www.w3.org/XML/1998/namespace"/>
    <ds:schemaRef ds:uri="230e9df3-be65-4c73-a93b-d1236ebd677e"/>
    <ds:schemaRef ds:uri="http://purl.org/dc/elements/1.1/"/>
    <ds:schemaRef ds:uri="16c05727-aa75-4e4a-9b5f-8a80a1165891"/>
    <ds:schemaRef ds:uri="71af3243-3dd4-4a8d-8c0d-dd76da1f02a5"/>
    <ds:schemaRef ds:uri="http://schemas.microsoft.com/sharepoint/v3"/>
  </ds:schemaRefs>
</ds:datastoreItem>
</file>

<file path=customXml/itemProps3.xml><?xml version="1.0" encoding="utf-8"?>
<ds:datastoreItem xmlns:ds="http://schemas.openxmlformats.org/officeDocument/2006/customXml" ds:itemID="{D3301439-688F-4D19-B908-B48B62C56078}">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6316</TotalTime>
  <Words>2382</Words>
  <Application>Microsoft Office PowerPoint</Application>
  <PresentationFormat>Widescreen</PresentationFormat>
  <Paragraphs>160</Paragraphs>
  <Slides>27</Slides>
  <Notes>16</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Circinate</vt:lpstr>
      <vt:lpstr>Python Decorators: From Basics to Advanced</vt:lpstr>
      <vt:lpstr>Introduction to Python Decorators</vt:lpstr>
      <vt:lpstr>Understanding Decorators</vt:lpstr>
      <vt:lpstr>What are Decorators?</vt:lpstr>
      <vt:lpstr>example</vt:lpstr>
      <vt:lpstr>Explanation: </vt:lpstr>
      <vt:lpstr>How Decorators Work</vt:lpstr>
      <vt:lpstr>Core Concepts Behind Decorators</vt:lpstr>
      <vt:lpstr>PowerPoint Presentation</vt:lpstr>
      <vt:lpstr>Basic Examples of Decorators</vt:lpstr>
      <vt:lpstr>Simple Decorator Implementation</vt:lpstr>
      <vt:lpstr>Advanced Decorator Concepts</vt:lpstr>
      <vt:lpstr>Decorators with Arguments and Chaining</vt:lpstr>
      <vt:lpstr>Decorator with Parameters</vt:lpstr>
      <vt:lpstr>PowerPoint Presentation</vt:lpstr>
      <vt:lpstr>PowerPoint Presentation</vt:lpstr>
      <vt:lpstr>Functions as First-Class Objects</vt:lpstr>
      <vt:lpstr># Assigning a function to a variable def greet(n):     return f"Hello, {n}!" say_hi = greet  # Assign the greet function to say_hi print(say_hi("Alice"))   # Passing a function as an argument def apply(f, v):     return f(v) res = apply(say_hi, "Bob") print(res)   # Returning a function from another function def make_mult(f):     def mult(x):         return x * f     return mult dbl = make_mult(2) print(dbl(5))</vt:lpstr>
      <vt:lpstr>Explanation:  greet() is assigned to say_hi variable, which is used to print a greeting for "Alice". apply() takes a function and a value as arguments, applies function to value and returns the result. apply is demonstrated by passing say_hi and "Bob", printing a greeting for "Bob". make_mult() creates a multiplier function based on a given factor. </vt:lpstr>
      <vt:lpstr>Types of Decorators</vt:lpstr>
      <vt:lpstr>1. Function Decorators Example: In this Example, a decorator prints a message before and after executing wrapped function.  def simple_decorator(func):     def wrapper():         print("&gt;&gt;&gt; Starting function")         func()         print("&gt;&gt;&gt; Function finished")     return wrapper  @simple_decorator def greet():     print("Hello, World!") greet()</vt:lpstr>
      <vt:lpstr>2. Method Decorators Special decorators used for methods inside a class. They work like function decorators but handle the self parameter for instance methods..  def method_decorator(func):     def wrapper(self, *args, **kwargs):         print("Before method execution")         res = func(self, *args, **kwargs)         print("After method execution")         return res     return wrapper  class MyClass:     @method_decorator     def say_hello(self):         print("Hello!") obj = MyClass() obj.say_hello()</vt:lpstr>
      <vt:lpstr>Chaining Multiple Decorators def decor1(func):      def inner():          x = func()          return x * x      return inner  def decor(func):      def inner():          x = func()          return 2 * x      return inner  @decor1 @decor def num():      return 10 @decor @decor1 def num2():     return 10    print(num())  print(num2())</vt:lpstr>
      <vt:lpstr>Industry Use Cases</vt:lpstr>
      <vt:lpstr>Practical Applications in Real Projects</vt:lpstr>
      <vt:lpstr>Practical Problems and Solutions</vt:lpstr>
      <vt:lpstr>Common Challenges and Implementations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Rakhee Chhibber</dc:creator>
  <cp:lastModifiedBy>Rakhee Chhibber</cp:lastModifiedBy>
  <cp:revision>4</cp:revision>
  <dcterms:created xsi:type="dcterms:W3CDTF">2024-06-26T20:20:27Z</dcterms:created>
  <dcterms:modified xsi:type="dcterms:W3CDTF">2026-03-04T15:14:40Z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TitusGUID">
    <vt:lpwstr>0b6d103a-1b1c-42f6-ab89-f6fd5e92ed3e</vt:lpwstr>
  </property>
  <property fmtid="{D5CDD505-2E9C-101B-9397-08002B2CF9AE}" pid="5" name="HCLClassD6">
    <vt:lpwstr>False</vt:lpwstr>
  </property>
  <property fmtid="{D5CDD505-2E9C-101B-9397-08002B2CF9AE}" pid="6" name="HCLClassification">
    <vt:lpwstr>HCL_Cla5s_1nt3rnal</vt:lpwstr>
  </property>
</Properties>
</file>